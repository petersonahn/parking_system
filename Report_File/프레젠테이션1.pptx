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4" r:id="rId4"/>
    <p:sldId id="265" r:id="rId5"/>
    <p:sldId id="273" r:id="rId6"/>
    <p:sldId id="266" r:id="rId7"/>
    <p:sldId id="267" r:id="rId8"/>
    <p:sldId id="274" r:id="rId9"/>
    <p:sldId id="268" r:id="rId10"/>
    <p:sldId id="275" r:id="rId11"/>
    <p:sldId id="276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40AC0-A462-42E7-89EE-E77EE0D931E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FE803-75BE-49A2-BD99-8654018611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82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FE803-75BE-49A2-BD99-86540186119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48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292DF-24DC-B996-4C33-50811BC00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EBC9AC-6DB9-A95D-32F2-1482BC93F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E90FD-FA6F-C45D-5DBD-FF64E481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3538BD-4A83-2C2C-A6E1-EF78D47C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D2A0A-4AEF-744B-2380-937FCD93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43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DFD49-31F0-7B42-34B9-6E18004D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1468B-377C-3823-C34D-566547B68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9F638-AF36-F1A2-481B-AE60A04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A16E5E-CDE0-4C73-A3D4-BB2C6D61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86381C-DC43-572D-949E-5D3D087C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51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D9DFC-C2DA-2DAD-AC37-E7108C2F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7D613-CFE5-3928-515B-A1A5C2F3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10D06-2ED4-FD0D-0AB5-B5D45C86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8C2D4-FFF8-E474-29FC-051BB5A9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DF70C7-9FAC-845A-BB29-880F607B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7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4B07F-D912-C75A-EF90-30851AD0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6720B0-B1BD-9618-E8C9-7FAA3DDEB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158938-1FAF-16D2-90CC-C20726433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5E7B0D-752F-D59E-A29D-16459AB8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AEEBBD-9C64-1035-738B-44304158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298BE-82BE-9721-D9E7-BFDC3D6C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6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73A3A-FFF8-7E41-7E59-7B4A414A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1405C6-4561-57F2-83F4-E7F47204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614D85-98B0-C843-5F92-2DDF92060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574061-4D83-2B48-40E7-D471639C7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8F796C-0B79-DA97-462B-E774652A7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A0F4C3-0F21-9E32-2112-DB86F2F6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FDBFCA-CBE2-EA78-DAE2-CA339B7F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FBC7E0-588F-0844-C0DB-38AEE679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3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E84E7-09F4-08B0-2BAF-58C8683E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20EB09-A576-F649-93E7-A02C4F62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1FCB28-4190-E890-855F-A77C2A88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22F9FF-1AE5-5B61-BED5-53CC9DC6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70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31EABA-CE35-12B2-EFC1-54307014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FFE025-A34C-63CC-0BEF-43AE9EC3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DBA6A-2733-9BFD-4CBA-0E231E7A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37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484DF-BE41-4046-2ECB-1E6CF033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8910F2-081E-3421-1D8C-9AA7CB67E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622F15-5E58-8B19-52D6-FC7E01CA2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89396-D9FF-F744-1020-5855E471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21245-CB0D-B058-86F1-17B512FD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4CCF78-15A5-250B-ACCD-65ED2842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99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8B77C-3AD2-DDE9-C2A0-8D43CDF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EBA129-9FA4-F1FB-4368-E603574F0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60129-901C-6E1A-D525-9B9AA667D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73D406-FC08-0A3B-1A1E-CD0B8860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973380-F70B-2C01-4CAD-330AEC74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CAF6DF-470D-F13C-8D08-C99C4E5E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14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15A84-676F-DB8D-6B34-8C6C489F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D00429-55D3-C35D-16CE-9C479807D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C6E60-BD48-94AA-0FEF-520C6B5C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2C79F-ED09-3BA5-59DC-9D696197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B78EC0-692A-25FB-E96B-0D17248A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0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82FF8C-36F8-9484-2315-99CEAEA07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73281A-A258-B3F4-9DAE-B3F6E4339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27CD6-A2B5-9D51-E326-B3D1D15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2AA61-8E0D-3E05-0773-8593A5F1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BFE2C-D617-C514-9967-45BA4A00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1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64D1F2-FC04-9572-E1FE-AC6D73E5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17CD6-6A0D-7784-8E5A-3F252DB4E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5485A-394D-FF39-6291-FFC99AB24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F3CF1-647A-4E37-9650-05393550F745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A1BE80-8962-CA4D-FAE0-388C6F481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BF8D0-E6A1-4374-DF20-47FB6866D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69B64-ED81-416D-B9EA-712B6470BE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49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F59DE-F2F5-C9FD-17C0-87AEEC746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53769F-7A2F-F59E-63A4-26F139499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75B3-E8E9-BB7E-1798-ADC60562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D4A27-A35C-A779-312C-D08D5C70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메인 페이지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D61D65-0FEE-149D-BD77-F3FF16E66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주차 관리 시스템의 메인 페이지입니다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주차 이용자가 사용하는 화면이며 주차에 관련된 기능들을 넣었습니다</a:t>
            </a:r>
            <a:r>
              <a:rPr lang="en-US" altLang="ko-KR" dirty="0"/>
              <a:t>. </a:t>
            </a:r>
            <a:r>
              <a:rPr lang="ko-KR" altLang="en-US" dirty="0"/>
              <a:t>입차</a:t>
            </a:r>
            <a:r>
              <a:rPr lang="en-US" altLang="ko-KR" dirty="0"/>
              <a:t>, </a:t>
            </a:r>
            <a:r>
              <a:rPr lang="ko-KR" altLang="en-US" dirty="0" err="1"/>
              <a:t>출차</a:t>
            </a:r>
            <a:r>
              <a:rPr lang="en-US" altLang="ko-KR" dirty="0"/>
              <a:t>, </a:t>
            </a:r>
            <a:r>
              <a:rPr lang="ko-KR" altLang="en-US" dirty="0"/>
              <a:t>차량 조회로 세가지 버튼이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우선 입차 기능부터 살펴 보겠습니다</a:t>
            </a:r>
            <a:r>
              <a:rPr lang="en-US" altLang="ko-KR" dirty="0"/>
              <a:t>.</a:t>
            </a:r>
          </a:p>
        </p:txBody>
      </p:sp>
      <p:pic>
        <p:nvPicPr>
          <p:cNvPr id="20" name="그림 개체 틀 19">
            <a:extLst>
              <a:ext uri="{FF2B5EF4-FFF2-40B4-BE49-F238E27FC236}">
                <a16:creationId xmlns:a16="http://schemas.microsoft.com/office/drawing/2014/main" id="{154656B9-D0B4-0656-83FE-C27EF45E53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743" r="2743"/>
          <a:stretch/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036613C-42FB-9CE1-F88E-CCDE79DFE0DF}"/>
              </a:ext>
            </a:extLst>
          </p:cNvPr>
          <p:cNvSpPr/>
          <p:nvPr/>
        </p:nvSpPr>
        <p:spPr>
          <a:xfrm rot="13220853">
            <a:off x="6941359" y="4601659"/>
            <a:ext cx="561070" cy="354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C849A1-32EB-0035-F125-FDCA68A90EAB}"/>
              </a:ext>
            </a:extLst>
          </p:cNvPr>
          <p:cNvSpPr/>
          <p:nvPr/>
        </p:nvSpPr>
        <p:spPr>
          <a:xfrm>
            <a:off x="7396680" y="4997513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</p:spTree>
    <p:extLst>
      <p:ext uri="{BB962C8B-B14F-4D97-AF65-F5344CB8AC3E}">
        <p14:creationId xmlns:p14="http://schemas.microsoft.com/office/powerpoint/2010/main" val="135146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4823-9FDF-2674-855C-1B17886F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0D63E-35C7-A80D-9E6F-B0DD614A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입차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5DC26C-1158-A73D-A072-097FE9F74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입차 버튼을 부르면 이와 같이 화면이 </a:t>
            </a:r>
            <a:br>
              <a:rPr lang="en-US" altLang="ko-KR" dirty="0"/>
            </a:br>
            <a:r>
              <a:rPr lang="ko-KR" altLang="en-US" dirty="0"/>
              <a:t>이동하게 됩니다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차량 번호를 입력하는 창을 누르게 되면 </a:t>
            </a:r>
            <a:endParaRPr lang="en-US" altLang="ko-KR" dirty="0"/>
          </a:p>
          <a:p>
            <a:r>
              <a:rPr lang="ko-KR" altLang="en-US" dirty="0"/>
              <a:t>무작위로 차량 번호가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차량 번호를 입력하고 </a:t>
            </a:r>
            <a:r>
              <a:rPr lang="ko-KR" altLang="en-US" dirty="0" err="1"/>
              <a:t>입차를</a:t>
            </a:r>
            <a:r>
              <a:rPr lang="ko-KR" altLang="en-US" dirty="0"/>
              <a:t> 누르면 주차 구역 화면으로 이동하게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개체 틀 7">
            <a:extLst>
              <a:ext uri="{FF2B5EF4-FFF2-40B4-BE49-F238E27FC236}">
                <a16:creationId xmlns:a16="http://schemas.microsoft.com/office/drawing/2014/main" id="{98FBBC03-BC1B-03E7-6540-A763BBA150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2" r="16052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5E6D57-57B2-2B44-4FB7-00505FEA7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5" t="20795" r="26708" b="41465"/>
          <a:stretch>
            <a:fillRect/>
          </a:stretch>
        </p:blipFill>
        <p:spPr>
          <a:xfrm>
            <a:off x="4679590" y="4411607"/>
            <a:ext cx="3932238" cy="17085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A1FA4A2-E56E-11BA-1E11-B8980E305EE5}"/>
              </a:ext>
            </a:extLst>
          </p:cNvPr>
          <p:cNvCxnSpPr/>
          <p:nvPr/>
        </p:nvCxnSpPr>
        <p:spPr>
          <a:xfrm rot="5400000">
            <a:off x="7078679" y="3520667"/>
            <a:ext cx="2093614" cy="19102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30EAA99-15F5-9EB9-EBD1-815AED958111}"/>
              </a:ext>
            </a:extLst>
          </p:cNvPr>
          <p:cNvSpPr/>
          <p:nvPr/>
        </p:nvSpPr>
        <p:spPr>
          <a:xfrm rot="12707023">
            <a:off x="9684254" y="3471174"/>
            <a:ext cx="612200" cy="336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DC7CF6-F006-2486-C7B2-159602562F7F}"/>
              </a:ext>
            </a:extLst>
          </p:cNvPr>
          <p:cNvSpPr/>
          <p:nvPr/>
        </p:nvSpPr>
        <p:spPr>
          <a:xfrm>
            <a:off x="9850170" y="3867679"/>
            <a:ext cx="2245182" cy="1003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색 변경 및 위로 뜨는 효과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75E43A2-712B-4CE3-13EB-48476B48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878" y="3120173"/>
            <a:ext cx="927783" cy="60812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83E5686-B87B-66FB-77D3-F6A8D5FD9DC3}"/>
              </a:ext>
            </a:extLst>
          </p:cNvPr>
          <p:cNvCxnSpPr/>
          <p:nvPr/>
        </p:nvCxnSpPr>
        <p:spPr>
          <a:xfrm>
            <a:off x="10040216" y="3429000"/>
            <a:ext cx="431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63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3F3A-CB0C-A7EC-8BD9-3AFFC8FD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FC7C2D-2F4E-415D-45A1-F0542B865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077" y="1269749"/>
            <a:ext cx="10805311" cy="306686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ko-KR" altLang="en-US" dirty="0"/>
              <a:t>주차 구역화면으로 들어오게 되면 </a:t>
            </a:r>
            <a:r>
              <a:rPr lang="en-US" altLang="ko-KR" dirty="0"/>
              <a:t>A</a:t>
            </a:r>
            <a:r>
              <a:rPr lang="ko-KR" altLang="en-US" dirty="0"/>
              <a:t>구역과 </a:t>
            </a:r>
            <a:r>
              <a:rPr lang="en-US" altLang="ko-KR" dirty="0"/>
              <a:t>B</a:t>
            </a:r>
            <a:r>
              <a:rPr lang="ko-KR" altLang="en-US" dirty="0"/>
              <a:t>구역으로 나뉜 주차 구역을 확인할 수 있으며 오른쪽 상단에 주차 가능 공간을 띄워서 주차가 용이할 수 있도록 만들었습니다</a:t>
            </a:r>
            <a:r>
              <a:rPr lang="en-US" altLang="ko-KR" dirty="0"/>
              <a:t>. </a:t>
            </a:r>
            <a:r>
              <a:rPr lang="ko-KR" altLang="en-US" dirty="0"/>
              <a:t>현재 주차되어 있는 구역은 빨간색으로</a:t>
            </a:r>
            <a:r>
              <a:rPr lang="en-US" altLang="ko-KR" dirty="0"/>
              <a:t>, </a:t>
            </a:r>
            <a:r>
              <a:rPr lang="ko-KR" altLang="en-US" dirty="0"/>
              <a:t>주차 되어있지 않은 공간은 초록색으로 디자인했습니다</a:t>
            </a:r>
            <a:r>
              <a:rPr lang="en-US" altLang="ko-KR" dirty="0"/>
              <a:t>. </a:t>
            </a:r>
            <a:r>
              <a:rPr lang="ko-KR" altLang="en-US" dirty="0"/>
              <a:t>주차할 공간을 클릭하게 되면 </a:t>
            </a:r>
            <a:r>
              <a:rPr lang="ko-KR" altLang="en-US" dirty="0" err="1"/>
              <a:t>얼럿창으로</a:t>
            </a:r>
            <a:r>
              <a:rPr lang="ko-KR" altLang="en-US" dirty="0"/>
              <a:t> 확인을 통해 주차하게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587EE8-DA98-E3D7-79BF-209ED101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14" y="149382"/>
            <a:ext cx="3932237" cy="692056"/>
          </a:xfrm>
        </p:spPr>
        <p:txBody>
          <a:bodyPr/>
          <a:lstStyle/>
          <a:p>
            <a:r>
              <a:rPr lang="ko-KR" altLang="en-US" b="1" dirty="0"/>
              <a:t>주차 구역 선택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542D134-4085-9509-962A-664A6B567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6" t="-108" r="10594" b="23247"/>
          <a:stretch>
            <a:fillRect/>
          </a:stretch>
        </p:blipFill>
        <p:spPr>
          <a:xfrm>
            <a:off x="2217432" y="2057400"/>
            <a:ext cx="9759635" cy="4558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200A45F-75E1-32EE-4EA5-961FBDFDCF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9"/>
          <a:stretch>
            <a:fillRect/>
          </a:stretch>
        </p:blipFill>
        <p:spPr>
          <a:xfrm>
            <a:off x="104194" y="5363661"/>
            <a:ext cx="4272359" cy="13717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F7D3BAE-1918-5D01-905A-DCB2B09FF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2755" y="5388378"/>
            <a:ext cx="4229690" cy="12955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4E63F7AB-99B1-F5C2-E283-226554501D30}"/>
              </a:ext>
            </a:extLst>
          </p:cNvPr>
          <p:cNvSpPr/>
          <p:nvPr/>
        </p:nvSpPr>
        <p:spPr>
          <a:xfrm>
            <a:off x="4516016" y="5943600"/>
            <a:ext cx="836739" cy="345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34659A2-0196-5054-2C33-40E0EAFC029E}"/>
              </a:ext>
            </a:extLst>
          </p:cNvPr>
          <p:cNvSpPr/>
          <p:nvPr/>
        </p:nvSpPr>
        <p:spPr>
          <a:xfrm>
            <a:off x="7187021" y="3723548"/>
            <a:ext cx="1590392" cy="6130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A45</a:t>
            </a:r>
            <a:r>
              <a:rPr lang="ko-KR" altLang="en-US" dirty="0"/>
              <a:t>에 주차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CD0BFF5-D878-79CF-6B9C-93AE887BD43A}"/>
              </a:ext>
            </a:extLst>
          </p:cNvPr>
          <p:cNvCxnSpPr/>
          <p:nvPr/>
        </p:nvCxnSpPr>
        <p:spPr>
          <a:xfrm rot="10800000" flipV="1">
            <a:off x="6581869" y="4155541"/>
            <a:ext cx="605152" cy="4979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4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ED0F1-1C2D-7B73-D5B9-CAC43FAB2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D6545-CB6C-75F7-FDE9-8CD178A4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F12D76-DF52-F156-1FB9-584E419D4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두 번째 기능은 주차한 차량을 위치를 </a:t>
            </a:r>
            <a:br>
              <a:rPr lang="en-US" altLang="ko-KR" dirty="0"/>
            </a:br>
            <a:r>
              <a:rPr lang="ko-KR" altLang="en-US" dirty="0"/>
              <a:t>조회할 수 있는 차량 조회 기능입니다</a:t>
            </a:r>
            <a:r>
              <a:rPr lang="en-US" altLang="ko-KR" dirty="0"/>
              <a:t>.</a:t>
            </a:r>
          </a:p>
        </p:txBody>
      </p:sp>
      <p:pic>
        <p:nvPicPr>
          <p:cNvPr id="12" name="그림 개체 틀 11">
            <a:extLst>
              <a:ext uri="{FF2B5EF4-FFF2-40B4-BE49-F238E27FC236}">
                <a16:creationId xmlns:a16="http://schemas.microsoft.com/office/drawing/2014/main" id="{D7AF0215-4746-3E6F-AAC7-07B07F5CC0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730" r="2730"/>
          <a:stretch/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B7B30AD-DC6D-C343-5F0C-132E3C0C94DE}"/>
              </a:ext>
            </a:extLst>
          </p:cNvPr>
          <p:cNvSpPr/>
          <p:nvPr/>
        </p:nvSpPr>
        <p:spPr>
          <a:xfrm>
            <a:off x="8827128" y="4997514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22FCF60-A828-6FE4-BB97-A68B2998FD45}"/>
              </a:ext>
            </a:extLst>
          </p:cNvPr>
          <p:cNvSpPr/>
          <p:nvPr/>
        </p:nvSpPr>
        <p:spPr>
          <a:xfrm rot="14050541">
            <a:off x="9846773" y="4465162"/>
            <a:ext cx="593731" cy="367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7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F607-85F9-E4A8-CD00-2590CC5C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A149E-042A-6F5E-33C4-5B1E188A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E4F8CC-D83B-E116-C0F3-7EE4A512A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주차한 차량의 </a:t>
            </a:r>
            <a:r>
              <a:rPr lang="ko-KR" altLang="en-US" dirty="0" err="1"/>
              <a:t>뒷번호를</a:t>
            </a:r>
            <a:r>
              <a:rPr lang="ko-KR" altLang="en-US" dirty="0"/>
              <a:t> 입력하게 되면 </a:t>
            </a:r>
            <a:r>
              <a:rPr lang="ko-KR" altLang="en-US" dirty="0" err="1"/>
              <a:t>뒷번호가</a:t>
            </a:r>
            <a:r>
              <a:rPr lang="ko-KR" altLang="en-US" dirty="0"/>
              <a:t> 같은 차량들 중 자신의 차량을 선택하여 차량 위치를 조회할 수 </a:t>
            </a:r>
            <a:br>
              <a:rPr lang="en-US" altLang="ko-KR" dirty="0"/>
            </a:br>
            <a:r>
              <a:rPr lang="ko-KR" altLang="en-US" dirty="0"/>
              <a:t>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07B0C424-02CE-F4AD-E44A-ACA30ED0B7D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2182D29-DFBD-8D75-D620-3848573D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958" y="154609"/>
            <a:ext cx="6843611" cy="2967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B069A6-F8BC-2E00-0CC9-81325F38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821" y="3841468"/>
            <a:ext cx="6506483" cy="20195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A974006-B26C-A507-B363-CAFD7F285151}"/>
              </a:ext>
            </a:extLst>
          </p:cNvPr>
          <p:cNvSpPr/>
          <p:nvPr/>
        </p:nvSpPr>
        <p:spPr>
          <a:xfrm rot="5400000">
            <a:off x="8222657" y="3156959"/>
            <a:ext cx="814812" cy="721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7CFC5C-0060-F8DB-E820-59FE02BFD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743" y="5711156"/>
            <a:ext cx="6115904" cy="1047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9975E09-B12C-709B-7658-40BDFFD09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562" y="2943466"/>
            <a:ext cx="1186482" cy="608853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B402A02-5CD9-4BFB-EA7C-3EE0A9445551}"/>
              </a:ext>
            </a:extLst>
          </p:cNvPr>
          <p:cNvSpPr/>
          <p:nvPr/>
        </p:nvSpPr>
        <p:spPr>
          <a:xfrm rot="13780650">
            <a:off x="11124244" y="3309243"/>
            <a:ext cx="506994" cy="344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EF2025-AA70-D982-5E8F-8C18ABC09F36}"/>
              </a:ext>
            </a:extLst>
          </p:cNvPr>
          <p:cNvSpPr/>
          <p:nvPr/>
        </p:nvSpPr>
        <p:spPr>
          <a:xfrm>
            <a:off x="10750737" y="2181885"/>
            <a:ext cx="1441263" cy="7882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</a:t>
            </a:r>
            <a:br>
              <a:rPr lang="en-US" altLang="ko-KR" dirty="0"/>
            </a:br>
            <a:r>
              <a:rPr lang="ko-KR" altLang="en-US" dirty="0"/>
              <a:t>오버 효과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D6E5968-B7E4-7D18-F718-48A74809E2FE}"/>
              </a:ext>
            </a:extLst>
          </p:cNvPr>
          <p:cNvCxnSpPr/>
          <p:nvPr/>
        </p:nvCxnSpPr>
        <p:spPr>
          <a:xfrm>
            <a:off x="8990839" y="5441133"/>
            <a:ext cx="433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7320E16-B91F-D23F-E83F-A4A9CCEDD3B1}"/>
              </a:ext>
            </a:extLst>
          </p:cNvPr>
          <p:cNvCxnSpPr/>
          <p:nvPr/>
        </p:nvCxnSpPr>
        <p:spPr>
          <a:xfrm>
            <a:off x="9424657" y="5441133"/>
            <a:ext cx="0" cy="1013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C17B455-4527-09E1-436F-022234B7D877}"/>
              </a:ext>
            </a:extLst>
          </p:cNvPr>
          <p:cNvCxnSpPr/>
          <p:nvPr/>
        </p:nvCxnSpPr>
        <p:spPr>
          <a:xfrm flipH="1">
            <a:off x="7722606" y="6455121"/>
            <a:ext cx="1702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499A164-4EA6-1A15-B34B-F7F867E4B348}"/>
              </a:ext>
            </a:extLst>
          </p:cNvPr>
          <p:cNvSpPr/>
          <p:nvPr/>
        </p:nvSpPr>
        <p:spPr>
          <a:xfrm>
            <a:off x="9904491" y="5776112"/>
            <a:ext cx="2113207" cy="6790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E10F78D-2B76-6436-B4E2-61BFFD31E982}"/>
              </a:ext>
            </a:extLst>
          </p:cNvPr>
          <p:cNvCxnSpPr/>
          <p:nvPr/>
        </p:nvCxnSpPr>
        <p:spPr>
          <a:xfrm>
            <a:off x="10420539" y="2553077"/>
            <a:ext cx="199176" cy="39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4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C5F0-F02B-CB59-5E06-F4DCF635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C8CBE-077E-BD16-0AE1-CD00BB3E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29" y="-180990"/>
            <a:ext cx="3932237" cy="1600200"/>
          </a:xfrm>
        </p:spPr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AC28FD7-7CBE-0B20-74D1-9456EE717FE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D781C7-F8D9-CFAC-C50C-7C805746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418" y="2321072"/>
            <a:ext cx="8020590" cy="4197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00722B-43F9-D404-F6D6-DC960858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507" y="1523206"/>
            <a:ext cx="5642493" cy="3811588"/>
          </a:xfrm>
        </p:spPr>
        <p:txBody>
          <a:bodyPr/>
          <a:lstStyle/>
          <a:p>
            <a:r>
              <a:rPr lang="ko-KR" altLang="en-US" dirty="0"/>
              <a:t>주차한 차량의 번호를 선택하면 상단에 자신의 차량 </a:t>
            </a:r>
            <a:br>
              <a:rPr lang="en-US" altLang="ko-KR" dirty="0"/>
            </a:br>
            <a:r>
              <a:rPr lang="ko-KR" altLang="en-US" dirty="0"/>
              <a:t>번호와 차량 위치까지 알려주는 문구가 나타나며 주차 </a:t>
            </a:r>
            <a:br>
              <a:rPr lang="en-US" altLang="ko-KR" dirty="0"/>
            </a:br>
            <a:r>
              <a:rPr lang="ko-KR" altLang="en-US" dirty="0"/>
              <a:t>구역 중 자신이 주차한 구역에 파란색으로 표시가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26A1D7A-A6E5-A422-59A6-833F7570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967" y="5826665"/>
            <a:ext cx="740142" cy="638671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8642019-D694-B3AD-236D-82EF3774F1B7}"/>
              </a:ext>
            </a:extLst>
          </p:cNvPr>
          <p:cNvCxnSpPr>
            <a:cxnSpLocks/>
          </p:cNvCxnSpPr>
          <p:nvPr/>
        </p:nvCxnSpPr>
        <p:spPr>
          <a:xfrm flipV="1">
            <a:off x="8212190" y="6146000"/>
            <a:ext cx="515351" cy="109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5C2001-C010-0375-5B41-4C0FFA834138}"/>
              </a:ext>
            </a:extLst>
          </p:cNvPr>
          <p:cNvSpPr/>
          <p:nvPr/>
        </p:nvSpPr>
        <p:spPr>
          <a:xfrm>
            <a:off x="8636554" y="4839837"/>
            <a:ext cx="2480649" cy="9868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홈 버튼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메인 페이지로 이동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6C71D13-B00F-F593-9BA6-B0D8D09E51EE}"/>
              </a:ext>
            </a:extLst>
          </p:cNvPr>
          <p:cNvSpPr/>
          <p:nvPr/>
        </p:nvSpPr>
        <p:spPr>
          <a:xfrm>
            <a:off x="9476183" y="5887629"/>
            <a:ext cx="2057932" cy="604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BE7F1FA-45E3-9D2C-38BF-EEAAA45FCE5E}"/>
              </a:ext>
            </a:extLst>
          </p:cNvPr>
          <p:cNvCxnSpPr/>
          <p:nvPr/>
        </p:nvCxnSpPr>
        <p:spPr>
          <a:xfrm flipH="1">
            <a:off x="8102851" y="5450186"/>
            <a:ext cx="508116" cy="695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4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1D0F-AB47-87FA-C0B0-B8C06159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DA3B5-947D-69E5-0405-1E476464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92AF88-F1F1-33BE-2139-DB1C0CBEF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이용자의 마지막 기능으로 </a:t>
            </a:r>
            <a:br>
              <a:rPr lang="en-US" altLang="ko-KR" dirty="0"/>
            </a:br>
            <a:r>
              <a:rPr lang="ko-KR" altLang="en-US" dirty="0"/>
              <a:t>차량 </a:t>
            </a:r>
            <a:r>
              <a:rPr lang="ko-KR" altLang="en-US" dirty="0" err="1"/>
              <a:t>출차</a:t>
            </a:r>
            <a:r>
              <a:rPr lang="ko-KR" altLang="en-US" dirty="0"/>
              <a:t> 기능을 살펴보겠습니다</a:t>
            </a:r>
            <a:r>
              <a:rPr lang="en-US" altLang="ko-KR" dirty="0"/>
              <a:t>.</a:t>
            </a:r>
          </a:p>
        </p:txBody>
      </p:sp>
      <p:pic>
        <p:nvPicPr>
          <p:cNvPr id="9" name="그림 개체 틀 8">
            <a:extLst>
              <a:ext uri="{FF2B5EF4-FFF2-40B4-BE49-F238E27FC236}">
                <a16:creationId xmlns:a16="http://schemas.microsoft.com/office/drawing/2014/main" id="{A16323B0-C85E-E9E7-CDF6-CFE6C7998C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272" r="3272"/>
          <a:stretch/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797EA41-D4E3-B7AF-DCD6-32DED6D4C2FE}"/>
              </a:ext>
            </a:extLst>
          </p:cNvPr>
          <p:cNvSpPr/>
          <p:nvPr/>
        </p:nvSpPr>
        <p:spPr>
          <a:xfrm rot="12939862">
            <a:off x="8487117" y="4441929"/>
            <a:ext cx="610423" cy="4466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F44B9C8-E74E-F80D-DA4D-FAFEC9BE231C}"/>
              </a:ext>
            </a:extLst>
          </p:cNvPr>
          <p:cNvSpPr/>
          <p:nvPr/>
        </p:nvSpPr>
        <p:spPr>
          <a:xfrm>
            <a:off x="9016417" y="4961304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</p:spTree>
    <p:extLst>
      <p:ext uri="{BB962C8B-B14F-4D97-AF65-F5344CB8AC3E}">
        <p14:creationId xmlns:p14="http://schemas.microsoft.com/office/powerpoint/2010/main" val="375620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7F60-3A88-CD27-0142-D300C180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277015B0-F09B-9AB2-1CB6-9814AA0D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324" y="81891"/>
            <a:ext cx="4290252" cy="1845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B23740-B270-7F35-D915-7B0E7F7E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3FAF32-B244-AAC7-E65F-91780E6D9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 err="1"/>
              <a:t>출차</a:t>
            </a:r>
            <a:r>
              <a:rPr lang="ko-KR" altLang="en-US" dirty="0"/>
              <a:t> 버튼을 눌러 차량 </a:t>
            </a:r>
            <a:r>
              <a:rPr lang="ko-KR" altLang="en-US" dirty="0" err="1"/>
              <a:t>출차</a:t>
            </a:r>
            <a:r>
              <a:rPr lang="ko-KR" altLang="en-US" dirty="0"/>
              <a:t> 화면으로 </a:t>
            </a:r>
            <a:br>
              <a:rPr lang="en-US" altLang="ko-KR" dirty="0"/>
            </a:br>
            <a:r>
              <a:rPr lang="ko-KR" altLang="en-US" dirty="0"/>
              <a:t>이동하게 되면 차량 조회와 마찬가지로 </a:t>
            </a:r>
            <a:br>
              <a:rPr lang="en-US" altLang="ko-KR" dirty="0"/>
            </a:br>
            <a:r>
              <a:rPr lang="ko-KR" altLang="en-US" dirty="0" err="1"/>
              <a:t>뒷번호</a:t>
            </a:r>
            <a:r>
              <a:rPr lang="ko-KR" altLang="en-US" dirty="0"/>
              <a:t> </a:t>
            </a:r>
            <a:r>
              <a:rPr lang="ko-KR" altLang="en-US" dirty="0" err="1"/>
              <a:t>네자리를</a:t>
            </a:r>
            <a:r>
              <a:rPr lang="ko-KR" altLang="en-US" dirty="0"/>
              <a:t> 눌러서 자신의 차량을 선택하도록 되어있습니다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D1A3ECA-57E0-1E41-284C-8E120D5FE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40915" y="1613273"/>
            <a:ext cx="6172200" cy="4873625"/>
          </a:xfrm>
        </p:spPr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6BCF5F-77A2-330E-D7FD-39048BFA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58" y="2872572"/>
            <a:ext cx="3793594" cy="11775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0241D2-8094-2586-D2D2-58B50F48B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986" y="4995679"/>
            <a:ext cx="4290251" cy="7350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3D9E0A00-5D6D-9EA3-84D8-4E566276C242}"/>
              </a:ext>
            </a:extLst>
          </p:cNvPr>
          <p:cNvSpPr/>
          <p:nvPr/>
        </p:nvSpPr>
        <p:spPr>
          <a:xfrm>
            <a:off x="8075159" y="4178159"/>
            <a:ext cx="381824" cy="6216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A2D5DDC-C18F-62DA-5216-0C065677B07B}"/>
              </a:ext>
            </a:extLst>
          </p:cNvPr>
          <p:cNvSpPr/>
          <p:nvPr/>
        </p:nvSpPr>
        <p:spPr>
          <a:xfrm>
            <a:off x="8770139" y="4050086"/>
            <a:ext cx="2130233" cy="8809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시 </a:t>
            </a:r>
            <a:br>
              <a:rPr lang="en-US" altLang="ko-KR" dirty="0"/>
            </a:br>
            <a:r>
              <a:rPr lang="ko-KR" altLang="en-US" dirty="0"/>
              <a:t>색 변화</a:t>
            </a:r>
            <a:endParaRPr lang="en-US" altLang="ko-KR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858D642-8583-77BC-6FEE-88CD644549E5}"/>
              </a:ext>
            </a:extLst>
          </p:cNvPr>
          <p:cNvSpPr/>
          <p:nvPr/>
        </p:nvSpPr>
        <p:spPr>
          <a:xfrm rot="5400000">
            <a:off x="7964715" y="2307951"/>
            <a:ext cx="602791" cy="381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0961595-E19A-1F97-58E5-2176DD7F53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116" b="8388"/>
          <a:stretch>
            <a:fillRect/>
          </a:stretch>
        </p:blipFill>
        <p:spPr>
          <a:xfrm>
            <a:off x="10257576" y="1123911"/>
            <a:ext cx="950614" cy="56259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7994A7-B302-EA49-B202-6726EC33F6BE}"/>
              </a:ext>
            </a:extLst>
          </p:cNvPr>
          <p:cNvSpPr/>
          <p:nvPr/>
        </p:nvSpPr>
        <p:spPr>
          <a:xfrm>
            <a:off x="10257575" y="457200"/>
            <a:ext cx="1647731" cy="764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</a:t>
            </a:r>
            <a:br>
              <a:rPr lang="en-US" altLang="ko-KR" dirty="0"/>
            </a:br>
            <a:r>
              <a:rPr lang="ko-KR" altLang="en-US" dirty="0"/>
              <a:t>오버 효과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101A90B-73F4-A369-A4B9-683E1A09709B}"/>
              </a:ext>
            </a:extLst>
          </p:cNvPr>
          <p:cNvSpPr/>
          <p:nvPr/>
        </p:nvSpPr>
        <p:spPr>
          <a:xfrm rot="13684908">
            <a:off x="9410673" y="1481512"/>
            <a:ext cx="344032" cy="2170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A2CBB27-E998-E93D-6745-706C10F70A4E}"/>
              </a:ext>
            </a:extLst>
          </p:cNvPr>
          <p:cNvCxnSpPr/>
          <p:nvPr/>
        </p:nvCxnSpPr>
        <p:spPr>
          <a:xfrm>
            <a:off x="8573632" y="1420020"/>
            <a:ext cx="38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E2C01E8-8926-AFC3-1A6D-6666D9B0B7DF}"/>
              </a:ext>
            </a:extLst>
          </p:cNvPr>
          <p:cNvCxnSpPr/>
          <p:nvPr/>
        </p:nvCxnSpPr>
        <p:spPr>
          <a:xfrm>
            <a:off x="8953877" y="1420020"/>
            <a:ext cx="0" cy="2409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098DDC1-3926-DD15-A19F-3D7AA797728F}"/>
              </a:ext>
            </a:extLst>
          </p:cNvPr>
          <p:cNvCxnSpPr/>
          <p:nvPr/>
        </p:nvCxnSpPr>
        <p:spPr>
          <a:xfrm flipH="1">
            <a:off x="8456983" y="3829616"/>
            <a:ext cx="496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7F09072-4E87-F8DC-8277-4EAD6A199AF7}"/>
              </a:ext>
            </a:extLst>
          </p:cNvPr>
          <p:cNvCxnSpPr/>
          <p:nvPr/>
        </p:nvCxnSpPr>
        <p:spPr>
          <a:xfrm>
            <a:off x="9759986" y="1420020"/>
            <a:ext cx="4975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25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AD24-023E-7854-37A8-BB214291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A7E27-77EB-F011-39C3-BBC86917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86ACB4-1A0A-3D09-C114-BFDED84B1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587028"/>
          </a:xfrm>
        </p:spPr>
        <p:txBody>
          <a:bodyPr/>
          <a:lstStyle/>
          <a:p>
            <a:r>
              <a:rPr lang="ko-KR" altLang="en-US" dirty="0"/>
              <a:t>결제 버튼을 누르게 되면 </a:t>
            </a:r>
            <a:r>
              <a:rPr lang="ko-KR" altLang="en-US" dirty="0" err="1"/>
              <a:t>얼럿창으로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결제 완료 알림이 뜨게 되며 </a:t>
            </a:r>
            <a:br>
              <a:rPr lang="en-US" altLang="ko-KR" dirty="0"/>
            </a:br>
            <a:r>
              <a:rPr lang="ko-KR" altLang="en-US" dirty="0" err="1"/>
              <a:t>출차가</a:t>
            </a:r>
            <a:r>
              <a:rPr lang="ko-KR" altLang="en-US" dirty="0"/>
              <a:t> 완료되게 됩니다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2F1E5F9-9F0C-B131-5599-61BF7A959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04" y="437234"/>
            <a:ext cx="4834572" cy="20393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FF9FDE2-3F9E-D130-BDC9-A0381493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91" y="3429000"/>
            <a:ext cx="4267796" cy="13622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6121AD7-9AAD-B3FC-DCE3-3E1FBF891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951" y="2768179"/>
            <a:ext cx="1009791" cy="32389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441A1E-F68E-42C8-2E1A-C70C1F0C188C}"/>
              </a:ext>
            </a:extLst>
          </p:cNvPr>
          <p:cNvSpPr/>
          <p:nvPr/>
        </p:nvSpPr>
        <p:spPr>
          <a:xfrm>
            <a:off x="9836908" y="1985564"/>
            <a:ext cx="1972936" cy="7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시</a:t>
            </a:r>
            <a:r>
              <a:rPr lang="en-US" altLang="ko-KR" dirty="0"/>
              <a:t> </a:t>
            </a:r>
            <a:r>
              <a:rPr lang="ko-KR" altLang="en-US" dirty="0"/>
              <a:t>진해지는 효과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0DEED905-FC7D-D074-61F3-46F18DC9E0EE}"/>
              </a:ext>
            </a:extLst>
          </p:cNvPr>
          <p:cNvSpPr/>
          <p:nvPr/>
        </p:nvSpPr>
        <p:spPr>
          <a:xfrm>
            <a:off x="8551398" y="2511719"/>
            <a:ext cx="406582" cy="7774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6C3F0FC-EF3D-DA8C-3790-46A8B86C4983}"/>
              </a:ext>
            </a:extLst>
          </p:cNvPr>
          <p:cNvCxnSpPr/>
          <p:nvPr/>
        </p:nvCxnSpPr>
        <p:spPr>
          <a:xfrm>
            <a:off x="9116840" y="2281473"/>
            <a:ext cx="490111" cy="48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44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8512-3BC2-2D1B-1A48-F4E3FF5D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2428E-A5F5-387C-9980-57888342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9D44E3-BA27-9BDF-1DAF-066118737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063657" cy="3811588"/>
          </a:xfrm>
        </p:spPr>
        <p:txBody>
          <a:bodyPr/>
          <a:lstStyle/>
          <a:p>
            <a:r>
              <a:rPr lang="ko-KR" altLang="en-US" dirty="0"/>
              <a:t>정기권 차량의 경우 차량 번호 선택 시 </a:t>
            </a:r>
            <a:r>
              <a:rPr lang="ko-KR" altLang="en-US" dirty="0" err="1"/>
              <a:t>결제창</a:t>
            </a:r>
            <a:r>
              <a:rPr lang="ko-KR" altLang="en-US" dirty="0"/>
              <a:t> 없이</a:t>
            </a:r>
            <a:endParaRPr lang="en-US" altLang="ko-KR" dirty="0"/>
          </a:p>
          <a:p>
            <a:r>
              <a:rPr lang="ko-KR" altLang="en-US" dirty="0"/>
              <a:t>바로 </a:t>
            </a:r>
            <a:r>
              <a:rPr lang="ko-KR" altLang="en-US" dirty="0" err="1"/>
              <a:t>출차</a:t>
            </a:r>
            <a:r>
              <a:rPr lang="ko-KR" altLang="en-US" dirty="0"/>
              <a:t> 가능하도록 </a:t>
            </a:r>
            <a:r>
              <a:rPr lang="ko-KR" altLang="en-US" dirty="0" err="1"/>
              <a:t>얼럿창</a:t>
            </a:r>
            <a:r>
              <a:rPr lang="ko-KR" altLang="en-US" dirty="0"/>
              <a:t> 표시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A68193-4C1F-A5AE-381E-4337032E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545" y="576167"/>
            <a:ext cx="4188371" cy="1362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E586A38-0BF5-4E1C-53F4-EDE4C00A7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040" b="8003"/>
          <a:stretch>
            <a:fillRect/>
          </a:stretch>
        </p:blipFill>
        <p:spPr>
          <a:xfrm>
            <a:off x="6696069" y="2924647"/>
            <a:ext cx="4232847" cy="1244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100B6599-6161-2DA7-324B-4423A9A43B2E}"/>
              </a:ext>
            </a:extLst>
          </p:cNvPr>
          <p:cNvSpPr/>
          <p:nvPr/>
        </p:nvSpPr>
        <p:spPr>
          <a:xfrm>
            <a:off x="8612194" y="2057400"/>
            <a:ext cx="445072" cy="6314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AB5D1D-A096-C548-91C4-4AF12383D3B5}"/>
              </a:ext>
            </a:extLst>
          </p:cNvPr>
          <p:cNvSpPr/>
          <p:nvPr/>
        </p:nvSpPr>
        <p:spPr>
          <a:xfrm>
            <a:off x="9958639" y="1285444"/>
            <a:ext cx="2118684" cy="5765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마우스 오버 효과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242600-3068-3976-0A5C-1F381CB33B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43" t="-10433" r="31949" b="-6835"/>
          <a:stretch>
            <a:fillRect/>
          </a:stretch>
        </p:blipFill>
        <p:spPr>
          <a:xfrm>
            <a:off x="9849890" y="1911393"/>
            <a:ext cx="1629624" cy="337878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AF2C893-2338-D4CB-EE30-B189FC6E6109}"/>
              </a:ext>
            </a:extLst>
          </p:cNvPr>
          <p:cNvCxnSpPr>
            <a:endCxn id="12" idx="1"/>
          </p:cNvCxnSpPr>
          <p:nvPr/>
        </p:nvCxnSpPr>
        <p:spPr>
          <a:xfrm>
            <a:off x="9057266" y="1665838"/>
            <a:ext cx="792624" cy="414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78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A612-7828-EB32-666F-AB5806BA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42D0B-B39B-967B-ED5C-7D17C8D1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407A28-D3B9-DA8E-1AB9-5EA4C28CE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8749C5C8-2A1F-5EE5-345A-24D760F7C13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24529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8160-4DF9-1264-BD86-B4CEAC84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5A7DF-4B8D-02E1-2F3B-85B0342C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D15811-B059-1F5B-09BB-6AA0EC6D4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1288718-75BC-83CF-32D8-95F6405F841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452374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34DC6-8BF0-CE12-24AD-39678E64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55755-E0B0-9835-703B-242FE69C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785697-12D2-E8A7-9829-2485409BF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D0BEF77B-CDF8-D15A-40FA-2A89DF3C26A9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9960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73C7-4B82-1FA1-2763-5EADC3E02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0A917-45E3-F9E9-2F2C-2520C6A9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57CC45-524A-D5B7-D5B4-2F3F9A0EC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1DE11AE4-0E40-C627-51C8-2E47F0C9983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81007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312</Words>
  <Application>Microsoft Office PowerPoint</Application>
  <PresentationFormat>와이드스크린</PresentationFormat>
  <Paragraphs>46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메인 페이지</vt:lpstr>
      <vt:lpstr>차량 입차</vt:lpstr>
      <vt:lpstr>주차 구역 선택</vt:lpstr>
      <vt:lpstr>차량 조회</vt:lpstr>
      <vt:lpstr>차량 조회</vt:lpstr>
      <vt:lpstr>차량 조회</vt:lpstr>
      <vt:lpstr>차량 출차</vt:lpstr>
      <vt:lpstr>차량 출차</vt:lpstr>
      <vt:lpstr>차량 출차</vt:lpstr>
      <vt:lpstr>차량 출차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1234</dc:creator>
  <cp:lastModifiedBy>1234</cp:lastModifiedBy>
  <cp:revision>1</cp:revision>
  <dcterms:created xsi:type="dcterms:W3CDTF">2025-08-05T02:57:05Z</dcterms:created>
  <dcterms:modified xsi:type="dcterms:W3CDTF">2025-08-05T05:52:31Z</dcterms:modified>
</cp:coreProperties>
</file>