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304" r:id="rId7"/>
    <p:sldId id="309" r:id="rId8"/>
    <p:sldId id="305" r:id="rId9"/>
    <p:sldId id="314" r:id="rId10"/>
    <p:sldId id="313" r:id="rId11"/>
    <p:sldId id="306" r:id="rId12"/>
    <p:sldId id="315" r:id="rId13"/>
    <p:sldId id="307" r:id="rId14"/>
    <p:sldId id="311" r:id="rId15"/>
    <p:sldId id="308" r:id="rId16"/>
    <p:sldId id="310" r:id="rId17"/>
    <p:sldId id="312" r:id="rId18"/>
  </p:sldIdLst>
  <p:sldSz cx="9144000" cy="5143500" type="screen16x9"/>
  <p:notesSz cx="6858000" cy="9144000"/>
  <p:embeddedFontLst>
    <p:embeddedFont>
      <p:font typeface="AppleSDGothicNeoH00" panose="02000503000000000000" pitchFamily="2" charset="-127"/>
      <p:regular r:id="rId20"/>
    </p:embeddedFont>
    <p:embeddedFont>
      <p:font typeface="Arial Black" panose="020B0A04020102020204" pitchFamily="34" charset="0"/>
      <p:bold r:id="rId21"/>
    </p:embeddedFont>
    <p:embeddedFont>
      <p:font typeface="Barlow Semi Condensed" panose="00000506000000000000" pitchFamily="2" charset="0"/>
      <p:regular r:id="rId22"/>
      <p:bold r:id="rId23"/>
      <p:italic r:id="rId24"/>
      <p:boldItalic r:id="rId25"/>
    </p:embeddedFont>
    <p:embeddedFont>
      <p:font typeface="Barlow Semi Condensed Medium" panose="00000606000000000000" pitchFamily="2" charset="0"/>
      <p:regular r:id="rId26"/>
      <p:bold r:id="rId27"/>
      <p:italic r:id="rId28"/>
      <p:boldItalic r:id="rId29"/>
    </p:embeddedFont>
    <p:embeddedFont>
      <p:font typeface="Black Han Sans" pitchFamily="2" charset="-127"/>
      <p:regular r:id="rId30"/>
    </p:embeddedFont>
    <p:embeddedFont>
      <p:font typeface="Fjalla One" panose="02000506040000020004" pitchFamily="2" charset="0"/>
      <p:regular r:id="rId31"/>
    </p:embeddedFont>
    <p:embeddedFont>
      <p:font typeface="KoPubWorld돋움체 Medium" panose="00000600000000000000" pitchFamily="2" charset="-127"/>
      <p:regular r:id="rId32"/>
    </p:embeddedFont>
    <p:embeddedFont>
      <p:font typeface="Noto Sans KR" panose="020B0200000000000000" pitchFamily="50" charset="-127"/>
      <p:regular r:id="rId33"/>
      <p:bold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89A2481-00F3-486A-96AB-D27A34D910B6}">
  <a:tblStyle styleId="{589A2481-00F3-486A-96AB-D27A34D910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 showGuides="1">
      <p:cViewPr varScale="1">
        <p:scale>
          <a:sx n="91" d="100"/>
          <a:sy n="91" d="100"/>
        </p:scale>
        <p:origin x="630" y="72"/>
      </p:cViewPr>
      <p:guideLst>
        <p:guide orient="horz" pos="1620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8" name="Google Shape;168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3" name="Google Shape;1893;g804e9800b4_0_8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4" name="Google Shape;1894;g804e9800b4_0_8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g804e9800b4_0_1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0" name="Google Shape;2160;g804e9800b4_0_1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0" name="Google Shape;2180;g804e9800b4_0_1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1" name="Google Shape;2181;g804e9800b4_0_1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>
          <a:extLst>
            <a:ext uri="{FF2B5EF4-FFF2-40B4-BE49-F238E27FC236}">
              <a16:creationId xmlns:a16="http://schemas.microsoft.com/office/drawing/2014/main" id="{3BB08E5C-61F1-EF58-8C30-E32C1879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>
            <a:extLst>
              <a:ext uri="{FF2B5EF4-FFF2-40B4-BE49-F238E27FC236}">
                <a16:creationId xmlns:a16="http://schemas.microsoft.com/office/drawing/2014/main" id="{C30FC87F-EB17-2B58-A93A-A6D70AB06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>
            <a:extLst>
              <a:ext uri="{FF2B5EF4-FFF2-40B4-BE49-F238E27FC236}">
                <a16:creationId xmlns:a16="http://schemas.microsoft.com/office/drawing/2014/main" id="{61020DAB-8300-D846-777B-5FD3D3D73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3825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9">
          <a:extLst>
            <a:ext uri="{FF2B5EF4-FFF2-40B4-BE49-F238E27FC236}">
              <a16:creationId xmlns:a16="http://schemas.microsoft.com/office/drawing/2014/main" id="{96E06CCE-52C9-D813-FEAF-E7A7078FF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0" name="Google Shape;2180;g804e9800b4_0_1151:notes">
            <a:extLst>
              <a:ext uri="{FF2B5EF4-FFF2-40B4-BE49-F238E27FC236}">
                <a16:creationId xmlns:a16="http://schemas.microsoft.com/office/drawing/2014/main" id="{037FC19D-EEE5-ED53-F6BB-6AFCE1354A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1" name="Google Shape;2181;g804e9800b4_0_1151:notes">
            <a:extLst>
              <a:ext uri="{FF2B5EF4-FFF2-40B4-BE49-F238E27FC236}">
                <a16:creationId xmlns:a16="http://schemas.microsoft.com/office/drawing/2014/main" id="{26CED6FF-3216-E604-522C-5CE24D095E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639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>
          <a:extLst>
            <a:ext uri="{FF2B5EF4-FFF2-40B4-BE49-F238E27FC236}">
              <a16:creationId xmlns:a16="http://schemas.microsoft.com/office/drawing/2014/main" id="{E662D630-5E13-74FD-81D5-3F70CE4F2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>
            <a:extLst>
              <a:ext uri="{FF2B5EF4-FFF2-40B4-BE49-F238E27FC236}">
                <a16:creationId xmlns:a16="http://schemas.microsoft.com/office/drawing/2014/main" id="{9A2DF630-DBB0-5B12-28FA-B0B0FA6A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>
            <a:extLst>
              <a:ext uri="{FF2B5EF4-FFF2-40B4-BE49-F238E27FC236}">
                <a16:creationId xmlns:a16="http://schemas.microsoft.com/office/drawing/2014/main" id="{E51B4962-B10A-0E49-80FB-AEC7637D2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246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>
          <a:extLst>
            <a:ext uri="{FF2B5EF4-FFF2-40B4-BE49-F238E27FC236}">
              <a16:creationId xmlns:a16="http://schemas.microsoft.com/office/drawing/2014/main" id="{96AF8F0D-C2FC-A953-DAAA-0E20AC179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>
            <a:extLst>
              <a:ext uri="{FF2B5EF4-FFF2-40B4-BE49-F238E27FC236}">
                <a16:creationId xmlns:a16="http://schemas.microsoft.com/office/drawing/2014/main" id="{14F1C2EE-7EDE-E2EE-7B26-5964AC74A6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>
            <a:extLst>
              <a:ext uri="{FF2B5EF4-FFF2-40B4-BE49-F238E27FC236}">
                <a16:creationId xmlns:a16="http://schemas.microsoft.com/office/drawing/2014/main" id="{4E28465B-25E1-E251-25F4-60508C120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1775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>
          <a:extLst>
            <a:ext uri="{FF2B5EF4-FFF2-40B4-BE49-F238E27FC236}">
              <a16:creationId xmlns:a16="http://schemas.microsoft.com/office/drawing/2014/main" id="{CD4BB9F5-A31E-4C0B-AA1A-BF0EA27BE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>
            <a:extLst>
              <a:ext uri="{FF2B5EF4-FFF2-40B4-BE49-F238E27FC236}">
                <a16:creationId xmlns:a16="http://schemas.microsoft.com/office/drawing/2014/main" id="{8FE21388-B8FF-6D14-9058-653B005A0A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>
            <a:extLst>
              <a:ext uri="{FF2B5EF4-FFF2-40B4-BE49-F238E27FC236}">
                <a16:creationId xmlns:a16="http://schemas.microsoft.com/office/drawing/2014/main" id="{70AA8C67-1A63-6CB1-D4C0-97B07B3A5A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096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1">
          <a:extLst>
            <a:ext uri="{FF2B5EF4-FFF2-40B4-BE49-F238E27FC236}">
              <a16:creationId xmlns:a16="http://schemas.microsoft.com/office/drawing/2014/main" id="{0B508E03-1563-74EC-A8C7-B83766C91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g8714a43093_3_952:notes">
            <a:extLst>
              <a:ext uri="{FF2B5EF4-FFF2-40B4-BE49-F238E27FC236}">
                <a16:creationId xmlns:a16="http://schemas.microsoft.com/office/drawing/2014/main" id="{63EA515F-BE5E-8B63-176A-86E09AC335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3" name="Google Shape;2153;g8714a43093_3_952:notes">
            <a:extLst>
              <a:ext uri="{FF2B5EF4-FFF2-40B4-BE49-F238E27FC236}">
                <a16:creationId xmlns:a16="http://schemas.microsoft.com/office/drawing/2014/main" id="{E942805E-8958-DE6A-FF5B-C49C12C449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9931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ctrTitle"/>
          </p:nvPr>
        </p:nvSpPr>
        <p:spPr>
          <a:xfrm>
            <a:off x="5248656" y="2002536"/>
            <a:ext cx="3264300" cy="179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5248656" y="3721608"/>
            <a:ext cx="3264300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cxnSp>
        <p:nvCxnSpPr>
          <p:cNvPr id="10" name="Google Shape;10;p2"/>
          <p:cNvCxnSpPr/>
          <p:nvPr/>
        </p:nvCxnSpPr>
        <p:spPr>
          <a:xfrm flipH="1">
            <a:off x="5827050" y="451300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1;p2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" name="Google Shape;13;p2"/>
          <p:cNvGrpSpPr/>
          <p:nvPr/>
        </p:nvGrpSpPr>
        <p:grpSpPr>
          <a:xfrm>
            <a:off x="8064275" y="887850"/>
            <a:ext cx="581800" cy="582350"/>
            <a:chOff x="8064275" y="887850"/>
            <a:chExt cx="581800" cy="582350"/>
          </a:xfrm>
        </p:grpSpPr>
        <p:sp>
          <p:nvSpPr>
            <p:cNvPr id="14" name="Google Shape;14;p2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20;p2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21" name="Google Shape;21;p2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5690580" y="4258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5688325" y="4232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5727069" y="4623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5724827" y="4597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5766657" y="5018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5764415" y="4996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" name="Google Shape;31;p2"/>
          <p:cNvGrpSpPr/>
          <p:nvPr/>
        </p:nvGrpSpPr>
        <p:grpSpPr>
          <a:xfrm>
            <a:off x="5443350" y="289275"/>
            <a:ext cx="175013" cy="27000"/>
            <a:chOff x="5662375" y="212375"/>
            <a:chExt cx="175013" cy="27000"/>
          </a:xfrm>
        </p:grpSpPr>
        <p:sp>
          <p:nvSpPr>
            <p:cNvPr id="32" name="Google Shape;32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35;p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36" name="Google Shape;36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>
            <a:off x="8068750" y="1581800"/>
            <a:ext cx="175013" cy="27000"/>
            <a:chOff x="5662375" y="212375"/>
            <a:chExt cx="175013" cy="27000"/>
          </a:xfrm>
        </p:grpSpPr>
        <p:sp>
          <p:nvSpPr>
            <p:cNvPr id="40" name="Google Shape;40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3"/>
          <p:cNvGrpSpPr/>
          <p:nvPr/>
        </p:nvGrpSpPr>
        <p:grpSpPr>
          <a:xfrm>
            <a:off x="2132649" y="713253"/>
            <a:ext cx="4878702" cy="3717004"/>
            <a:chOff x="399425" y="238125"/>
            <a:chExt cx="6810025" cy="5187000"/>
          </a:xfrm>
        </p:grpSpPr>
        <p:sp>
          <p:nvSpPr>
            <p:cNvPr id="45" name="Google Shape;45;p3"/>
            <p:cNvSpPr/>
            <p:nvPr/>
          </p:nvSpPr>
          <p:spPr>
            <a:xfrm>
              <a:off x="399425" y="238325"/>
              <a:ext cx="6810025" cy="5186100"/>
            </a:xfrm>
            <a:custGeom>
              <a:avLst/>
              <a:gdLst/>
              <a:ahLst/>
              <a:cxnLst/>
              <a:rect l="l" t="t" r="r" b="b"/>
              <a:pathLst>
                <a:path w="272401" h="207444" extrusionOk="0">
                  <a:moveTo>
                    <a:pt x="143525" y="0"/>
                  </a:moveTo>
                  <a:cubicBezTo>
                    <a:pt x="130816" y="0"/>
                    <a:pt x="118065" y="708"/>
                    <a:pt x="105367" y="1397"/>
                  </a:cubicBezTo>
                  <a:cubicBezTo>
                    <a:pt x="85699" y="2506"/>
                    <a:pt x="65661" y="3689"/>
                    <a:pt x="47175" y="10640"/>
                  </a:cubicBezTo>
                  <a:cubicBezTo>
                    <a:pt x="28764" y="17590"/>
                    <a:pt x="11832" y="31343"/>
                    <a:pt x="5990" y="50198"/>
                  </a:cubicBezTo>
                  <a:cubicBezTo>
                    <a:pt x="1" y="69867"/>
                    <a:pt x="6877" y="90940"/>
                    <a:pt x="13680" y="110387"/>
                  </a:cubicBezTo>
                  <a:cubicBezTo>
                    <a:pt x="22479" y="135305"/>
                    <a:pt x="31870" y="161332"/>
                    <a:pt x="51390" y="179152"/>
                  </a:cubicBezTo>
                  <a:cubicBezTo>
                    <a:pt x="67098" y="193557"/>
                    <a:pt x="97572" y="207444"/>
                    <a:pt x="121591" y="207444"/>
                  </a:cubicBezTo>
                  <a:cubicBezTo>
                    <a:pt x="124820" y="207444"/>
                    <a:pt x="127933" y="207193"/>
                    <a:pt x="130877" y="206658"/>
                  </a:cubicBezTo>
                  <a:cubicBezTo>
                    <a:pt x="145739" y="204070"/>
                    <a:pt x="159714" y="191205"/>
                    <a:pt x="171840" y="182923"/>
                  </a:cubicBezTo>
                  <a:cubicBezTo>
                    <a:pt x="188625" y="171314"/>
                    <a:pt x="205484" y="159705"/>
                    <a:pt x="222268" y="148097"/>
                  </a:cubicBezTo>
                  <a:cubicBezTo>
                    <a:pt x="236909" y="138041"/>
                    <a:pt x="252067" y="127319"/>
                    <a:pt x="260348" y="111644"/>
                  </a:cubicBezTo>
                  <a:cubicBezTo>
                    <a:pt x="272400" y="88722"/>
                    <a:pt x="266411" y="59071"/>
                    <a:pt x="249996" y="39033"/>
                  </a:cubicBezTo>
                  <a:cubicBezTo>
                    <a:pt x="233507" y="18995"/>
                    <a:pt x="208367" y="7756"/>
                    <a:pt x="182858" y="3098"/>
                  </a:cubicBezTo>
                  <a:cubicBezTo>
                    <a:pt x="169864" y="762"/>
                    <a:pt x="156717" y="0"/>
                    <a:pt x="1435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491875" y="238125"/>
              <a:ext cx="6575225" cy="5187000"/>
            </a:xfrm>
            <a:custGeom>
              <a:avLst/>
              <a:gdLst/>
              <a:ahLst/>
              <a:cxnLst/>
              <a:rect l="l" t="t" r="r" b="b"/>
              <a:pathLst>
                <a:path w="263009" h="207480" extrusionOk="0">
                  <a:moveTo>
                    <a:pt x="139601" y="0"/>
                  </a:moveTo>
                  <a:cubicBezTo>
                    <a:pt x="126957" y="0"/>
                    <a:pt x="114313" y="739"/>
                    <a:pt x="101669" y="1405"/>
                  </a:cubicBezTo>
                  <a:cubicBezTo>
                    <a:pt x="82001" y="2514"/>
                    <a:pt x="61963" y="3697"/>
                    <a:pt x="43477" y="10648"/>
                  </a:cubicBezTo>
                  <a:cubicBezTo>
                    <a:pt x="25066" y="17598"/>
                    <a:pt x="8134" y="31351"/>
                    <a:pt x="2292" y="50206"/>
                  </a:cubicBezTo>
                  <a:cubicBezTo>
                    <a:pt x="665" y="55530"/>
                    <a:pt x="0" y="60928"/>
                    <a:pt x="0" y="66399"/>
                  </a:cubicBezTo>
                  <a:cubicBezTo>
                    <a:pt x="0" y="81114"/>
                    <a:pt x="5028" y="96198"/>
                    <a:pt x="9982" y="110395"/>
                  </a:cubicBezTo>
                  <a:cubicBezTo>
                    <a:pt x="18781" y="135313"/>
                    <a:pt x="28172" y="161340"/>
                    <a:pt x="47692" y="179160"/>
                  </a:cubicBezTo>
                  <a:cubicBezTo>
                    <a:pt x="63442" y="193579"/>
                    <a:pt x="93979" y="207480"/>
                    <a:pt x="118010" y="207480"/>
                  </a:cubicBezTo>
                  <a:cubicBezTo>
                    <a:pt x="121190" y="207480"/>
                    <a:pt x="124221" y="207258"/>
                    <a:pt x="127179" y="206666"/>
                  </a:cubicBezTo>
                  <a:cubicBezTo>
                    <a:pt x="142041" y="204078"/>
                    <a:pt x="156016" y="191213"/>
                    <a:pt x="168142" y="182931"/>
                  </a:cubicBezTo>
                  <a:cubicBezTo>
                    <a:pt x="184927" y="171322"/>
                    <a:pt x="201786" y="159713"/>
                    <a:pt x="218570" y="148105"/>
                  </a:cubicBezTo>
                  <a:cubicBezTo>
                    <a:pt x="233211" y="138049"/>
                    <a:pt x="248369" y="127327"/>
                    <a:pt x="256650" y="111652"/>
                  </a:cubicBezTo>
                  <a:cubicBezTo>
                    <a:pt x="261013" y="103370"/>
                    <a:pt x="263009" y="94127"/>
                    <a:pt x="263009" y="84885"/>
                  </a:cubicBezTo>
                  <a:cubicBezTo>
                    <a:pt x="263009" y="68544"/>
                    <a:pt x="256798" y="51833"/>
                    <a:pt x="246298" y="39041"/>
                  </a:cubicBezTo>
                  <a:cubicBezTo>
                    <a:pt x="229809" y="19003"/>
                    <a:pt x="204669" y="7764"/>
                    <a:pt x="179160" y="3106"/>
                  </a:cubicBezTo>
                  <a:cubicBezTo>
                    <a:pt x="166146" y="813"/>
                    <a:pt x="152910" y="0"/>
                    <a:pt x="1396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title" idx="2" hasCustomPrompt="1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3"/>
          <p:cNvSpPr txBox="1">
            <a:spLocks noGrp="1"/>
          </p:cNvSpPr>
          <p:nvPr>
            <p:ph type="subTitle" idx="1"/>
          </p:nvPr>
        </p:nvSpPr>
        <p:spPr>
          <a:xfrm>
            <a:off x="2973225" y="2999232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50" name="Google Shape;50;p3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51" name="Google Shape;51;p3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52" name="Google Shape;52;p3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53" name="Google Shape;53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" name="Google Shape;59;p3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60" name="Google Shape;60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" name="Google Shape;64;p3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9" name="Google Shape;69;p3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70" name="Google Shape;70;p3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71" name="Google Shape;71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7" name="Google Shape;77;p3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78" name="Google Shape;78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3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83" name="Google Shape;83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" name="Google Shape;87;p3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88" name="Google Shape;88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" name="Google Shape;91;p3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92" name="Google Shape;92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" name="Google Shape;95;p3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96" name="Google Shape;96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" name="Google Shape;99;p3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00" name="Google Shape;100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3" name="Google Shape;103;p3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5" name="Google Shape;105;p3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>
            <a:spLocks noGrp="1"/>
          </p:cNvSpPr>
          <p:nvPr>
            <p:ph type="subTitle" idx="1"/>
          </p:nvPr>
        </p:nvSpPr>
        <p:spPr>
          <a:xfrm>
            <a:off x="2167128" y="3054096"/>
            <a:ext cx="4809600" cy="11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111" name="Google Shape;111;p4"/>
          <p:cNvGrpSpPr/>
          <p:nvPr/>
        </p:nvGrpSpPr>
        <p:grpSpPr>
          <a:xfrm>
            <a:off x="4484494" y="4433000"/>
            <a:ext cx="175013" cy="27000"/>
            <a:chOff x="5662375" y="212375"/>
            <a:chExt cx="175013" cy="27000"/>
          </a:xfrm>
        </p:grpSpPr>
        <p:sp>
          <p:nvSpPr>
            <p:cNvPr id="112" name="Google Shape;112;p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4"/>
          <p:cNvSpPr txBox="1">
            <a:spLocks noGrp="1"/>
          </p:cNvSpPr>
          <p:nvPr>
            <p:ph type="title"/>
          </p:nvPr>
        </p:nvSpPr>
        <p:spPr>
          <a:xfrm>
            <a:off x="2167128" y="2478024"/>
            <a:ext cx="48096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6" name="Google Shape;116;p4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17" name="Google Shape;117;p4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" name="Google Shape;118;p4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19" name="Google Shape;119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5" name="Google Shape;125;p4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26" name="Google Shape;126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" name="Google Shape;130;p4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31" name="Google Shape;131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35" name="Google Shape;135;p4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36" name="Google Shape;136;p4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37" name="Google Shape;137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" name="Google Shape;143;p4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" name="Google Shape;144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4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69" name="Google Shape;169;p4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4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" name="Google Shape;171;p4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4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0" name="Google Shape;440;p9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9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9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3"/>
          <p:cNvSpPr txBox="1">
            <a:spLocks noGrp="1"/>
          </p:cNvSpPr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3"/>
          <p:cNvSpPr txBox="1">
            <a:spLocks noGrp="1"/>
          </p:cNvSpPr>
          <p:nvPr>
            <p:ph type="subTitle" idx="1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6" name="Google Shape;626;p13"/>
          <p:cNvSpPr txBox="1">
            <a:spLocks noGrp="1"/>
          </p:cNvSpPr>
          <p:nvPr>
            <p:ph type="subTitle" idx="2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7" name="Google Shape;627;p13"/>
          <p:cNvSpPr txBox="1">
            <a:spLocks noGrp="1"/>
          </p:cNvSpPr>
          <p:nvPr>
            <p:ph type="subTitle" idx="3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8" name="Google Shape;628;p13"/>
          <p:cNvSpPr txBox="1">
            <a:spLocks noGrp="1"/>
          </p:cNvSpPr>
          <p:nvPr>
            <p:ph type="subTitle" idx="4"/>
          </p:nvPr>
        </p:nvSpPr>
        <p:spPr>
          <a:xfrm>
            <a:off x="1664208" y="1792224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9" name="Google Shape;629;p13"/>
          <p:cNvSpPr txBox="1">
            <a:spLocks noGrp="1"/>
          </p:cNvSpPr>
          <p:nvPr>
            <p:ph type="subTitle" idx="5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0" name="Google Shape;630;p13"/>
          <p:cNvSpPr txBox="1">
            <a:spLocks noGrp="1"/>
          </p:cNvSpPr>
          <p:nvPr>
            <p:ph type="subTitle" idx="6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1" name="Google Shape;631;p13"/>
          <p:cNvSpPr txBox="1">
            <a:spLocks noGrp="1"/>
          </p:cNvSpPr>
          <p:nvPr>
            <p:ph type="subTitle" idx="7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2" name="Google Shape;632;p13"/>
          <p:cNvSpPr txBox="1">
            <a:spLocks noGrp="1"/>
          </p:cNvSpPr>
          <p:nvPr>
            <p:ph type="subTitle" idx="8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3" name="Google Shape;633;p13"/>
          <p:cNvSpPr txBox="1">
            <a:spLocks noGrp="1"/>
          </p:cNvSpPr>
          <p:nvPr>
            <p:ph type="title" idx="9" hasCustomPrompt="1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4" name="Google Shape;634;p13"/>
          <p:cNvSpPr txBox="1">
            <a:spLocks noGrp="1"/>
          </p:cNvSpPr>
          <p:nvPr>
            <p:ph type="title" idx="13" hasCustomPrompt="1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5" name="Google Shape;635;p13"/>
          <p:cNvSpPr txBox="1">
            <a:spLocks noGrp="1"/>
          </p:cNvSpPr>
          <p:nvPr>
            <p:ph type="title" idx="14" hasCustomPrompt="1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6" name="Google Shape;636;p13"/>
          <p:cNvSpPr txBox="1">
            <a:spLocks noGrp="1"/>
          </p:cNvSpPr>
          <p:nvPr>
            <p:ph type="title" idx="15" hasCustomPrompt="1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">
  <p:cSld name="CUSTOM_1"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4"/>
          <p:cNvSpPr txBox="1">
            <a:spLocks noGrp="1"/>
          </p:cNvSpPr>
          <p:nvPr>
            <p:ph type="title"/>
          </p:nvPr>
        </p:nvSpPr>
        <p:spPr>
          <a:xfrm>
            <a:off x="1719072" y="338328"/>
            <a:ext cx="55779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9" name="Google Shape;639;p14"/>
          <p:cNvSpPr txBox="1">
            <a:spLocks noGrp="1"/>
          </p:cNvSpPr>
          <p:nvPr>
            <p:ph type="subTitle" idx="1"/>
          </p:nvPr>
        </p:nvSpPr>
        <p:spPr>
          <a:xfrm>
            <a:off x="3694176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0" name="Google Shape;640;p14"/>
          <p:cNvSpPr txBox="1">
            <a:spLocks noGrp="1"/>
          </p:cNvSpPr>
          <p:nvPr>
            <p:ph type="subTitle" idx="2"/>
          </p:nvPr>
        </p:nvSpPr>
        <p:spPr>
          <a:xfrm>
            <a:off x="1024128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1" name="Google Shape;641;p14"/>
          <p:cNvSpPr txBox="1">
            <a:spLocks noGrp="1"/>
          </p:cNvSpPr>
          <p:nvPr>
            <p:ph type="subTitle" idx="3"/>
          </p:nvPr>
        </p:nvSpPr>
        <p:spPr>
          <a:xfrm>
            <a:off x="6355080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2" name="Google Shape;642;p14"/>
          <p:cNvSpPr txBox="1">
            <a:spLocks noGrp="1"/>
          </p:cNvSpPr>
          <p:nvPr>
            <p:ph type="subTitle" idx="4"/>
          </p:nvPr>
        </p:nvSpPr>
        <p:spPr>
          <a:xfrm>
            <a:off x="3694176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43" name="Google Shape;643;p14"/>
          <p:cNvSpPr txBox="1">
            <a:spLocks noGrp="1"/>
          </p:cNvSpPr>
          <p:nvPr>
            <p:ph type="subTitle" idx="5"/>
          </p:nvPr>
        </p:nvSpPr>
        <p:spPr>
          <a:xfrm>
            <a:off x="1024128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44" name="Google Shape;644;p14"/>
          <p:cNvSpPr txBox="1">
            <a:spLocks noGrp="1"/>
          </p:cNvSpPr>
          <p:nvPr>
            <p:ph type="subTitle" idx="6"/>
          </p:nvPr>
        </p:nvSpPr>
        <p:spPr>
          <a:xfrm>
            <a:off x="6355080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645" name="Google Shape;645;p14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646" name="Google Shape;646;p14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14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48" name="Google Shape;648;p14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649" name="Google Shape;649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3" name="Google Shape;653;p14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654" name="Google Shape;654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8" name="Google Shape;658;p14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659" name="Google Shape;659;p1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1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1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1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1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1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8" name="Google Shape;1328;p27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31" name="Google Shape;1331;p27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1" name="Google Shape;1361;p27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73" r:id="rId8"/>
    <p:sldLayoutId id="2147483674" r:id="rId9"/>
    <p:sldLayoutId id="2147483675" r:id="rId10"/>
    <p:sldLayoutId id="2147483676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Google Shape;1884;p35"/>
          <p:cNvSpPr txBox="1">
            <a:spLocks noGrp="1"/>
          </p:cNvSpPr>
          <p:nvPr>
            <p:ph type="ctrTitle"/>
          </p:nvPr>
        </p:nvSpPr>
        <p:spPr>
          <a:xfrm>
            <a:off x="563766" y="1210032"/>
            <a:ext cx="6840812" cy="112341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dk2"/>
                </a:solidFill>
                <a:latin typeface="AppleSDGothicNeoH00" panose="02000503000000000000" pitchFamily="2" charset="-127"/>
                <a:ea typeface="AppleSDGothicNeoH00" panose="02000503000000000000" pitchFamily="2" charset="-127"/>
              </a:rPr>
              <a:t>1</a:t>
            </a:r>
            <a:r>
              <a:rPr lang="ko-KR" altLang="en-US" sz="5000" dirty="0">
                <a:solidFill>
                  <a:schemeClr val="dk2"/>
                </a:solidFill>
                <a:latin typeface="Noto Sans KR" panose="020B0200000000000000" pitchFamily="50" charset="-127"/>
                <a:ea typeface="Black Han Sans" pitchFamily="2" charset="-127"/>
              </a:rPr>
              <a:t>차 프로젝트 계획서</a:t>
            </a:r>
            <a:endParaRPr sz="5000" dirty="0">
              <a:solidFill>
                <a:schemeClr val="dk2"/>
              </a:solidFill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1885" name="Google Shape;1885;p35"/>
          <p:cNvSpPr txBox="1">
            <a:spLocks noGrp="1"/>
          </p:cNvSpPr>
          <p:nvPr>
            <p:ph type="subTitle" idx="1"/>
          </p:nvPr>
        </p:nvSpPr>
        <p:spPr>
          <a:xfrm>
            <a:off x="1639731" y="2333443"/>
            <a:ext cx="5056702" cy="6716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altLang="en-US" sz="3600" dirty="0">
                <a:latin typeface="AppleSDGothicNeoH00" panose="02000503000000000000" pitchFamily="2" charset="-127"/>
                <a:ea typeface="Black Han Sans" pitchFamily="2" charset="-127"/>
              </a:rPr>
              <a:t>주제 </a:t>
            </a:r>
            <a:r>
              <a:rPr lang="en-US" altLang="ko-KR" sz="3600" dirty="0">
                <a:latin typeface="AppleSDGothicNeoH00" panose="02000503000000000000" pitchFamily="2" charset="-127"/>
                <a:ea typeface="Black Han Sans" pitchFamily="2" charset="-127"/>
              </a:rPr>
              <a:t>: </a:t>
            </a:r>
            <a:r>
              <a:rPr lang="ko-KR" altLang="en-US" sz="3600" dirty="0">
                <a:latin typeface="AppleSDGothicNeoH00" panose="02000503000000000000" pitchFamily="2" charset="-127"/>
                <a:ea typeface="Black Han Sans" pitchFamily="2" charset="-127"/>
              </a:rPr>
              <a:t>주차 관리 시스템</a:t>
            </a:r>
            <a:endParaRPr sz="3600" dirty="0">
              <a:solidFill>
                <a:schemeClr val="accent1"/>
              </a:solidFill>
              <a:latin typeface="AppleSDGothicNeoH00" panose="02000503000000000000" pitchFamily="2" charset="-127"/>
              <a:ea typeface="Black Han Sans" pitchFamily="2" charset="-127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300" dirty="0">
              <a:solidFill>
                <a:schemeClr val="accent1"/>
              </a:solidFill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accent1"/>
              </a:solidFill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</p:txBody>
      </p:sp>
      <p:sp>
        <p:nvSpPr>
          <p:cNvPr id="2" name="Google Shape;1885;p35">
            <a:extLst>
              <a:ext uri="{FF2B5EF4-FFF2-40B4-BE49-F238E27FC236}">
                <a16:creationId xmlns:a16="http://schemas.microsoft.com/office/drawing/2014/main" id="{144FA7B2-9D1C-9B85-A476-623C24F6081E}"/>
              </a:ext>
            </a:extLst>
          </p:cNvPr>
          <p:cNvSpPr txBox="1">
            <a:spLocks/>
          </p:cNvSpPr>
          <p:nvPr/>
        </p:nvSpPr>
        <p:spPr>
          <a:xfrm>
            <a:off x="3898232" y="3493456"/>
            <a:ext cx="4478917" cy="6716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r>
              <a:rPr lang="ko-KR" altLang="en-US" sz="16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개발 기간 </a:t>
            </a:r>
            <a:r>
              <a:rPr lang="en-US" altLang="ko-KR" sz="16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: 2025.07.07~2025.08.05</a:t>
            </a:r>
            <a:endParaRPr lang="ko-KR" altLang="en-US" sz="16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  <a:p>
            <a:pPr>
              <a:buClr>
                <a:schemeClr val="dk1"/>
              </a:buClr>
              <a:buSzPts val="1100"/>
              <a:buFont typeface="Arial"/>
              <a:buNone/>
            </a:pPr>
            <a:endParaRPr lang="ko-KR" altLang="en-US" sz="23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  <a:p>
            <a:endParaRPr lang="ko-KR" altLang="en-US" sz="23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</p:txBody>
      </p:sp>
      <p:sp>
        <p:nvSpPr>
          <p:cNvPr id="3" name="Google Shape;1885;p35">
            <a:extLst>
              <a:ext uri="{FF2B5EF4-FFF2-40B4-BE49-F238E27FC236}">
                <a16:creationId xmlns:a16="http://schemas.microsoft.com/office/drawing/2014/main" id="{EE253E6C-DE40-442C-5CFA-88EA69D5568C}"/>
              </a:ext>
            </a:extLst>
          </p:cNvPr>
          <p:cNvSpPr txBox="1">
            <a:spLocks/>
          </p:cNvSpPr>
          <p:nvPr/>
        </p:nvSpPr>
        <p:spPr>
          <a:xfrm>
            <a:off x="4456974" y="3933468"/>
            <a:ext cx="4478917" cy="6716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/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팀원 </a:t>
            </a:r>
            <a:r>
              <a:rPr lang="en-US" altLang="ko-KR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: </a:t>
            </a:r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안성호</a:t>
            </a:r>
            <a:r>
              <a:rPr lang="en-US" altLang="ko-KR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,</a:t>
            </a:r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 </a:t>
            </a:r>
            <a:r>
              <a:rPr lang="ko-KR" altLang="en-US" sz="1400" dirty="0" err="1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이강호</a:t>
            </a:r>
            <a:r>
              <a:rPr lang="en-US" altLang="ko-KR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,</a:t>
            </a:r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 </a:t>
            </a:r>
            <a:r>
              <a:rPr lang="ko-KR" altLang="en-US" sz="1400" dirty="0" err="1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정현성</a:t>
            </a:r>
            <a:r>
              <a:rPr lang="en-US" altLang="ko-KR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, </a:t>
            </a:r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조현진</a:t>
            </a:r>
            <a:r>
              <a:rPr lang="en-US" altLang="ko-KR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,</a:t>
            </a:r>
            <a:r>
              <a:rPr lang="ko-KR" altLang="en-US" sz="1400" dirty="0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 </a:t>
            </a:r>
            <a:r>
              <a:rPr lang="ko-KR" altLang="en-US" sz="1400" dirty="0" err="1">
                <a:latin typeface="AppleSDGothicNeoH00" panose="02000503000000000000" pitchFamily="2" charset="-127"/>
                <a:ea typeface="AppleSDGothicNeoH00" panose="02000503000000000000" pitchFamily="2" charset="-127"/>
              </a:rPr>
              <a:t>최원경</a:t>
            </a:r>
            <a:endParaRPr lang="ko-KR" altLang="en-US" sz="14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  <a:p>
            <a:pPr>
              <a:buClr>
                <a:schemeClr val="dk1"/>
              </a:buClr>
              <a:buSzPts val="1100"/>
              <a:buFont typeface="Arial"/>
              <a:buNone/>
            </a:pPr>
            <a:endParaRPr lang="ko-KR" altLang="en-US" sz="23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  <a:p>
            <a:endParaRPr lang="ko-KR" altLang="en-US" sz="2300" dirty="0">
              <a:latin typeface="AppleSDGothicNeoH00" panose="02000503000000000000" pitchFamily="2" charset="-127"/>
              <a:ea typeface="AppleSDGothicNeoH00" panose="02000503000000000000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06" name="Google Shape;2106;p37"/>
          <p:cNvGrpSpPr/>
          <p:nvPr/>
        </p:nvGrpSpPr>
        <p:grpSpPr>
          <a:xfrm>
            <a:off x="704241" y="711711"/>
            <a:ext cx="635100" cy="734640"/>
            <a:chOff x="731647" y="573573"/>
            <a:chExt cx="635100" cy="734640"/>
          </a:xfrm>
        </p:grpSpPr>
        <p:grpSp>
          <p:nvGrpSpPr>
            <p:cNvPr id="2107" name="Google Shape;2107;p37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2108" name="Google Shape;2108;p37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37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0" name="Google Shape;2110;p37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11" name="Google Shape;2111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2" name="Google Shape;2112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3" name="Google Shape;2113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14" name="Google Shape;2114;p37"/>
          <p:cNvGrpSpPr/>
          <p:nvPr/>
        </p:nvGrpSpPr>
        <p:grpSpPr>
          <a:xfrm>
            <a:off x="704203" y="1410545"/>
            <a:ext cx="635100" cy="733490"/>
            <a:chOff x="731647" y="1650460"/>
            <a:chExt cx="635100" cy="733490"/>
          </a:xfrm>
        </p:grpSpPr>
        <p:grpSp>
          <p:nvGrpSpPr>
            <p:cNvPr id="2115" name="Google Shape;2115;p37"/>
            <p:cNvGrpSpPr/>
            <p:nvPr/>
          </p:nvGrpSpPr>
          <p:grpSpPr>
            <a:xfrm>
              <a:off x="731647" y="1650460"/>
              <a:ext cx="635100" cy="635100"/>
              <a:chOff x="917231" y="1827973"/>
              <a:chExt cx="635100" cy="635100"/>
            </a:xfrm>
          </p:grpSpPr>
          <p:sp>
            <p:nvSpPr>
              <p:cNvPr id="2116" name="Google Shape;2116;p37"/>
              <p:cNvSpPr/>
              <p:nvPr/>
            </p:nvSpPr>
            <p:spPr>
              <a:xfrm>
                <a:off x="917231" y="1827973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Google Shape;2117;p37"/>
              <p:cNvSpPr/>
              <p:nvPr/>
            </p:nvSpPr>
            <p:spPr>
              <a:xfrm>
                <a:off x="1001931" y="1912710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8" name="Google Shape;2118;p37"/>
            <p:cNvGrpSpPr/>
            <p:nvPr/>
          </p:nvGrpSpPr>
          <p:grpSpPr>
            <a:xfrm>
              <a:off x="961679" y="2356951"/>
              <a:ext cx="175013" cy="27000"/>
              <a:chOff x="5662375" y="212375"/>
              <a:chExt cx="175013" cy="27000"/>
            </a:xfrm>
          </p:grpSpPr>
          <p:sp>
            <p:nvSpPr>
              <p:cNvPr id="2119" name="Google Shape;2119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0" name="Google Shape;2120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1" name="Google Shape;2121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22" name="Google Shape;2122;p37"/>
          <p:cNvGrpSpPr/>
          <p:nvPr/>
        </p:nvGrpSpPr>
        <p:grpSpPr>
          <a:xfrm>
            <a:off x="697510" y="2091674"/>
            <a:ext cx="635100" cy="734984"/>
            <a:chOff x="731647" y="2728277"/>
            <a:chExt cx="635100" cy="734984"/>
          </a:xfrm>
        </p:grpSpPr>
        <p:grpSp>
          <p:nvGrpSpPr>
            <p:cNvPr id="2123" name="Google Shape;2123;p37"/>
            <p:cNvGrpSpPr/>
            <p:nvPr/>
          </p:nvGrpSpPr>
          <p:grpSpPr>
            <a:xfrm>
              <a:off x="731647" y="2728277"/>
              <a:ext cx="635100" cy="635100"/>
              <a:chOff x="917231" y="2905502"/>
              <a:chExt cx="635100" cy="635100"/>
            </a:xfrm>
          </p:grpSpPr>
          <p:sp>
            <p:nvSpPr>
              <p:cNvPr id="2124" name="Google Shape;2124;p37"/>
              <p:cNvSpPr/>
              <p:nvPr/>
            </p:nvSpPr>
            <p:spPr>
              <a:xfrm>
                <a:off x="917231" y="2905502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37"/>
              <p:cNvSpPr/>
              <p:nvPr/>
            </p:nvSpPr>
            <p:spPr>
              <a:xfrm>
                <a:off x="1001931" y="2990252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6" name="Google Shape;2126;p37"/>
            <p:cNvGrpSpPr/>
            <p:nvPr/>
          </p:nvGrpSpPr>
          <p:grpSpPr>
            <a:xfrm>
              <a:off x="961679" y="3436260"/>
              <a:ext cx="175013" cy="27000"/>
              <a:chOff x="5662375" y="212375"/>
              <a:chExt cx="175013" cy="27000"/>
            </a:xfrm>
          </p:grpSpPr>
          <p:sp>
            <p:nvSpPr>
              <p:cNvPr id="2127" name="Google Shape;2127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8" name="Google Shape;2128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9" name="Google Shape;2129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30" name="Google Shape;2130;p37"/>
          <p:cNvGrpSpPr/>
          <p:nvPr/>
        </p:nvGrpSpPr>
        <p:grpSpPr>
          <a:xfrm>
            <a:off x="704203" y="2780704"/>
            <a:ext cx="635100" cy="734704"/>
            <a:chOff x="731647" y="3806675"/>
            <a:chExt cx="635100" cy="734704"/>
          </a:xfrm>
        </p:grpSpPr>
        <p:grpSp>
          <p:nvGrpSpPr>
            <p:cNvPr id="2131" name="Google Shape;2131;p37"/>
            <p:cNvGrpSpPr/>
            <p:nvPr/>
          </p:nvGrpSpPr>
          <p:grpSpPr>
            <a:xfrm>
              <a:off x="731647" y="3806675"/>
              <a:ext cx="635100" cy="635100"/>
              <a:chOff x="917231" y="3983097"/>
              <a:chExt cx="635100" cy="635100"/>
            </a:xfrm>
          </p:grpSpPr>
          <p:sp>
            <p:nvSpPr>
              <p:cNvPr id="2132" name="Google Shape;2132;p37"/>
              <p:cNvSpPr/>
              <p:nvPr/>
            </p:nvSpPr>
            <p:spPr>
              <a:xfrm>
                <a:off x="917231" y="3983097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Google Shape;2133;p37"/>
              <p:cNvSpPr/>
              <p:nvPr/>
            </p:nvSpPr>
            <p:spPr>
              <a:xfrm>
                <a:off x="1001931" y="4067797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34" name="Google Shape;2134;p37"/>
            <p:cNvGrpSpPr/>
            <p:nvPr/>
          </p:nvGrpSpPr>
          <p:grpSpPr>
            <a:xfrm>
              <a:off x="961679" y="4514379"/>
              <a:ext cx="175013" cy="27000"/>
              <a:chOff x="5662375" y="212375"/>
              <a:chExt cx="175013" cy="27000"/>
            </a:xfrm>
          </p:grpSpPr>
          <p:sp>
            <p:nvSpPr>
              <p:cNvPr id="2135" name="Google Shape;2135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36" name="Google Shape;2136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37" name="Google Shape;2137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2138" name="Google Shape;2138;p37"/>
          <p:cNvSpPr txBox="1">
            <a:spLocks noGrp="1"/>
          </p:cNvSpPr>
          <p:nvPr>
            <p:ph type="title"/>
          </p:nvPr>
        </p:nvSpPr>
        <p:spPr>
          <a:xfrm>
            <a:off x="3321953" y="20317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latin typeface="Noto Sans KR" panose="020B0200000000000000" pitchFamily="50" charset="-127"/>
                <a:ea typeface="Black Han Sans" pitchFamily="2" charset="-127"/>
              </a:rPr>
              <a:t>목차</a:t>
            </a:r>
            <a:endParaRPr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2147" name="Google Shape;2147;p37"/>
          <p:cNvSpPr txBox="1">
            <a:spLocks noGrp="1"/>
          </p:cNvSpPr>
          <p:nvPr>
            <p:ph type="title" idx="9"/>
          </p:nvPr>
        </p:nvSpPr>
        <p:spPr>
          <a:xfrm>
            <a:off x="788903" y="87200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48" name="Google Shape;2148;p37"/>
          <p:cNvSpPr txBox="1">
            <a:spLocks noGrp="1"/>
          </p:cNvSpPr>
          <p:nvPr>
            <p:ph type="title" idx="13"/>
          </p:nvPr>
        </p:nvSpPr>
        <p:spPr>
          <a:xfrm>
            <a:off x="804122" y="156781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49" name="Google Shape;2149;p37"/>
          <p:cNvSpPr txBox="1">
            <a:spLocks noGrp="1"/>
          </p:cNvSpPr>
          <p:nvPr>
            <p:ph type="title" idx="14"/>
          </p:nvPr>
        </p:nvSpPr>
        <p:spPr>
          <a:xfrm>
            <a:off x="793103" y="2246949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150" name="Google Shape;2150;p37"/>
          <p:cNvSpPr txBox="1">
            <a:spLocks noGrp="1"/>
          </p:cNvSpPr>
          <p:nvPr>
            <p:ph type="title" idx="15"/>
          </p:nvPr>
        </p:nvSpPr>
        <p:spPr>
          <a:xfrm>
            <a:off x="793191" y="426186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29" name="Google Shape;2130;p37">
            <a:extLst>
              <a:ext uri="{FF2B5EF4-FFF2-40B4-BE49-F238E27FC236}">
                <a16:creationId xmlns:a16="http://schemas.microsoft.com/office/drawing/2014/main" id="{49D51848-1E9E-F966-A613-E1F5F3298B82}"/>
              </a:ext>
            </a:extLst>
          </p:cNvPr>
          <p:cNvGrpSpPr/>
          <p:nvPr/>
        </p:nvGrpSpPr>
        <p:grpSpPr>
          <a:xfrm>
            <a:off x="704203" y="3463097"/>
            <a:ext cx="635100" cy="734704"/>
            <a:chOff x="731647" y="3806675"/>
            <a:chExt cx="635100" cy="734704"/>
          </a:xfrm>
        </p:grpSpPr>
        <p:grpSp>
          <p:nvGrpSpPr>
            <p:cNvPr id="30" name="Google Shape;2131;p37">
              <a:extLst>
                <a:ext uri="{FF2B5EF4-FFF2-40B4-BE49-F238E27FC236}">
                  <a16:creationId xmlns:a16="http://schemas.microsoft.com/office/drawing/2014/main" id="{A26B841D-2232-A378-BBAB-DDC2894349A5}"/>
                </a:ext>
              </a:extLst>
            </p:cNvPr>
            <p:cNvGrpSpPr/>
            <p:nvPr/>
          </p:nvGrpSpPr>
          <p:grpSpPr>
            <a:xfrm>
              <a:off x="731647" y="3806675"/>
              <a:ext cx="635100" cy="635100"/>
              <a:chOff x="917231" y="3983097"/>
              <a:chExt cx="635100" cy="635100"/>
            </a:xfrm>
          </p:grpSpPr>
          <p:sp>
            <p:nvSpPr>
              <p:cNvPr id="35" name="Google Shape;2132;p37">
                <a:extLst>
                  <a:ext uri="{FF2B5EF4-FFF2-40B4-BE49-F238E27FC236}">
                    <a16:creationId xmlns:a16="http://schemas.microsoft.com/office/drawing/2014/main" id="{C2B35286-0E1B-79D9-7603-815EFA6A56A7}"/>
                  </a:ext>
                </a:extLst>
              </p:cNvPr>
              <p:cNvSpPr/>
              <p:nvPr/>
            </p:nvSpPr>
            <p:spPr>
              <a:xfrm>
                <a:off x="917231" y="3983097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2133;p37">
                <a:extLst>
                  <a:ext uri="{FF2B5EF4-FFF2-40B4-BE49-F238E27FC236}">
                    <a16:creationId xmlns:a16="http://schemas.microsoft.com/office/drawing/2014/main" id="{221170D6-009F-A460-0FC7-C8AA879EB368}"/>
                  </a:ext>
                </a:extLst>
              </p:cNvPr>
              <p:cNvSpPr/>
              <p:nvPr/>
            </p:nvSpPr>
            <p:spPr>
              <a:xfrm>
                <a:off x="1001931" y="4067797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" name="Google Shape;2134;p37">
              <a:extLst>
                <a:ext uri="{FF2B5EF4-FFF2-40B4-BE49-F238E27FC236}">
                  <a16:creationId xmlns:a16="http://schemas.microsoft.com/office/drawing/2014/main" id="{CD93725E-5354-7E60-C79B-536368632150}"/>
                </a:ext>
              </a:extLst>
            </p:cNvPr>
            <p:cNvGrpSpPr/>
            <p:nvPr/>
          </p:nvGrpSpPr>
          <p:grpSpPr>
            <a:xfrm>
              <a:off x="961679" y="4514379"/>
              <a:ext cx="175013" cy="27000"/>
              <a:chOff x="5662375" y="212375"/>
              <a:chExt cx="175013" cy="27000"/>
            </a:xfrm>
          </p:grpSpPr>
          <p:sp>
            <p:nvSpPr>
              <p:cNvPr id="32" name="Google Shape;2135;p37">
                <a:extLst>
                  <a:ext uri="{FF2B5EF4-FFF2-40B4-BE49-F238E27FC236}">
                    <a16:creationId xmlns:a16="http://schemas.microsoft.com/office/drawing/2014/main" id="{2085A471-AC0D-510A-8A97-294BCBAC47F7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3" name="Google Shape;2136;p37">
                <a:extLst>
                  <a:ext uri="{FF2B5EF4-FFF2-40B4-BE49-F238E27FC236}">
                    <a16:creationId xmlns:a16="http://schemas.microsoft.com/office/drawing/2014/main" id="{85F03D44-A3B2-2B17-2BE2-943D3D364678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4" name="Google Shape;2137;p37">
                <a:extLst>
                  <a:ext uri="{FF2B5EF4-FFF2-40B4-BE49-F238E27FC236}">
                    <a16:creationId xmlns:a16="http://schemas.microsoft.com/office/drawing/2014/main" id="{45871C0F-DC35-670C-1877-F93A56109E0B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37" name="Google Shape;2130;p37">
            <a:extLst>
              <a:ext uri="{FF2B5EF4-FFF2-40B4-BE49-F238E27FC236}">
                <a16:creationId xmlns:a16="http://schemas.microsoft.com/office/drawing/2014/main" id="{A909F929-E1F6-3008-6736-59FDD5C560A6}"/>
              </a:ext>
            </a:extLst>
          </p:cNvPr>
          <p:cNvGrpSpPr/>
          <p:nvPr/>
        </p:nvGrpSpPr>
        <p:grpSpPr>
          <a:xfrm>
            <a:off x="697510" y="4145490"/>
            <a:ext cx="635100" cy="734704"/>
            <a:chOff x="731647" y="3806675"/>
            <a:chExt cx="635100" cy="734704"/>
          </a:xfrm>
        </p:grpSpPr>
        <p:grpSp>
          <p:nvGrpSpPr>
            <p:cNvPr id="38" name="Google Shape;2131;p37">
              <a:extLst>
                <a:ext uri="{FF2B5EF4-FFF2-40B4-BE49-F238E27FC236}">
                  <a16:creationId xmlns:a16="http://schemas.microsoft.com/office/drawing/2014/main" id="{22322618-E12B-A678-2148-17CAD8475798}"/>
                </a:ext>
              </a:extLst>
            </p:cNvPr>
            <p:cNvGrpSpPr/>
            <p:nvPr/>
          </p:nvGrpSpPr>
          <p:grpSpPr>
            <a:xfrm>
              <a:off x="731647" y="3806675"/>
              <a:ext cx="635100" cy="635100"/>
              <a:chOff x="917231" y="3983097"/>
              <a:chExt cx="635100" cy="635100"/>
            </a:xfrm>
          </p:grpSpPr>
          <p:sp>
            <p:nvSpPr>
              <p:cNvPr id="43" name="Google Shape;2132;p37">
                <a:extLst>
                  <a:ext uri="{FF2B5EF4-FFF2-40B4-BE49-F238E27FC236}">
                    <a16:creationId xmlns:a16="http://schemas.microsoft.com/office/drawing/2014/main" id="{A8584EB0-FE91-1DDC-BF22-BAEF786237A1}"/>
                  </a:ext>
                </a:extLst>
              </p:cNvPr>
              <p:cNvSpPr/>
              <p:nvPr/>
            </p:nvSpPr>
            <p:spPr>
              <a:xfrm>
                <a:off x="917231" y="3983097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2133;p37">
                <a:extLst>
                  <a:ext uri="{FF2B5EF4-FFF2-40B4-BE49-F238E27FC236}">
                    <a16:creationId xmlns:a16="http://schemas.microsoft.com/office/drawing/2014/main" id="{BFE9D40B-1C93-D45C-9717-17517030E477}"/>
                  </a:ext>
                </a:extLst>
              </p:cNvPr>
              <p:cNvSpPr/>
              <p:nvPr/>
            </p:nvSpPr>
            <p:spPr>
              <a:xfrm>
                <a:off x="1001931" y="4067797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" name="Google Shape;2134;p37">
              <a:extLst>
                <a:ext uri="{FF2B5EF4-FFF2-40B4-BE49-F238E27FC236}">
                  <a16:creationId xmlns:a16="http://schemas.microsoft.com/office/drawing/2014/main" id="{9E11A3A2-F6CE-869D-25D1-DF9247F19510}"/>
                </a:ext>
              </a:extLst>
            </p:cNvPr>
            <p:cNvGrpSpPr/>
            <p:nvPr/>
          </p:nvGrpSpPr>
          <p:grpSpPr>
            <a:xfrm>
              <a:off x="961679" y="4514379"/>
              <a:ext cx="175013" cy="27000"/>
              <a:chOff x="5662375" y="212375"/>
              <a:chExt cx="175013" cy="27000"/>
            </a:xfrm>
          </p:grpSpPr>
          <p:sp>
            <p:nvSpPr>
              <p:cNvPr id="40" name="Google Shape;2135;p37">
                <a:extLst>
                  <a:ext uri="{FF2B5EF4-FFF2-40B4-BE49-F238E27FC236}">
                    <a16:creationId xmlns:a16="http://schemas.microsoft.com/office/drawing/2014/main" id="{405FB098-66D9-82CC-07D2-B40747FDA0D1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41" name="Google Shape;2136;p37">
                <a:extLst>
                  <a:ext uri="{FF2B5EF4-FFF2-40B4-BE49-F238E27FC236}">
                    <a16:creationId xmlns:a16="http://schemas.microsoft.com/office/drawing/2014/main" id="{9F4DB3DB-17E5-D318-E3CC-42B9C0D4B753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42" name="Google Shape;2137;p37">
                <a:extLst>
                  <a:ext uri="{FF2B5EF4-FFF2-40B4-BE49-F238E27FC236}">
                    <a16:creationId xmlns:a16="http://schemas.microsoft.com/office/drawing/2014/main" id="{0CB6C259-C558-4D22-A6F8-1DD2E04644F3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45" name="Google Shape;2149;p37">
            <a:extLst>
              <a:ext uri="{FF2B5EF4-FFF2-40B4-BE49-F238E27FC236}">
                <a16:creationId xmlns:a16="http://schemas.microsoft.com/office/drawing/2014/main" id="{15E5C0F7-23EE-0041-1E1B-612B5A50EB49}"/>
              </a:ext>
            </a:extLst>
          </p:cNvPr>
          <p:cNvSpPr txBox="1">
            <a:spLocks/>
          </p:cNvSpPr>
          <p:nvPr/>
        </p:nvSpPr>
        <p:spPr>
          <a:xfrm>
            <a:off x="799948" y="2943027"/>
            <a:ext cx="457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46" name="Google Shape;2149;p37">
            <a:extLst>
              <a:ext uri="{FF2B5EF4-FFF2-40B4-BE49-F238E27FC236}">
                <a16:creationId xmlns:a16="http://schemas.microsoft.com/office/drawing/2014/main" id="{C15EE208-D76C-0714-9CA2-20EEF121423A}"/>
              </a:ext>
            </a:extLst>
          </p:cNvPr>
          <p:cNvSpPr txBox="1">
            <a:spLocks/>
          </p:cNvSpPr>
          <p:nvPr/>
        </p:nvSpPr>
        <p:spPr>
          <a:xfrm>
            <a:off x="793103" y="3600744"/>
            <a:ext cx="457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47" name="Google Shape;2149;p37">
            <a:extLst>
              <a:ext uri="{FF2B5EF4-FFF2-40B4-BE49-F238E27FC236}">
                <a16:creationId xmlns:a16="http://schemas.microsoft.com/office/drawing/2014/main" id="{917EF60E-A40A-74A7-3102-317E764AD0D0}"/>
              </a:ext>
            </a:extLst>
          </p:cNvPr>
          <p:cNvSpPr txBox="1">
            <a:spLocks/>
          </p:cNvSpPr>
          <p:nvPr/>
        </p:nvSpPr>
        <p:spPr>
          <a:xfrm>
            <a:off x="799948" y="4289290"/>
            <a:ext cx="457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Fjalla One"/>
              <a:buNone/>
              <a:defRPr sz="2000" b="0" i="0" u="none" strike="noStrike" cap="none">
                <a:solidFill>
                  <a:schemeClr val="lt1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55" name="Google Shape;2141;p37">
            <a:extLst>
              <a:ext uri="{FF2B5EF4-FFF2-40B4-BE49-F238E27FC236}">
                <a16:creationId xmlns:a16="http://schemas.microsoft.com/office/drawing/2014/main" id="{E92AAEEF-1EF7-25D0-9F5D-8E3BBC4EA6FB}"/>
              </a:ext>
            </a:extLst>
          </p:cNvPr>
          <p:cNvSpPr txBox="1">
            <a:spLocks/>
          </p:cNvSpPr>
          <p:nvPr/>
        </p:nvSpPr>
        <p:spPr>
          <a:xfrm>
            <a:off x="1492754" y="696136"/>
            <a:ext cx="2615100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ko-KR" altLang="en-US" sz="3200" dirty="0">
                <a:ea typeface="Black Han Sans" pitchFamily="2" charset="-127"/>
              </a:rPr>
              <a:t>주요 기능</a:t>
            </a:r>
            <a:endParaRPr lang="ko-KR" altLang="en-US" sz="3200"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61" name="Google Shape;2141;p37">
            <a:extLst>
              <a:ext uri="{FF2B5EF4-FFF2-40B4-BE49-F238E27FC236}">
                <a16:creationId xmlns:a16="http://schemas.microsoft.com/office/drawing/2014/main" id="{BAFAB8F4-6D58-921D-66AA-ACA810ED86E8}"/>
              </a:ext>
            </a:extLst>
          </p:cNvPr>
          <p:cNvSpPr txBox="1">
            <a:spLocks/>
          </p:cNvSpPr>
          <p:nvPr/>
        </p:nvSpPr>
        <p:spPr>
          <a:xfrm>
            <a:off x="1484535" y="1346811"/>
            <a:ext cx="4806224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ko-KR" altLang="en-US" sz="3200" dirty="0">
                <a:ea typeface="Black Han Sans" pitchFamily="2" charset="-127"/>
              </a:rPr>
              <a:t>개발 환경 및 기술 스택</a:t>
            </a:r>
            <a:endParaRPr lang="ko-KR" altLang="en-US" sz="3200"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62" name="Google Shape;2141;p37">
            <a:extLst>
              <a:ext uri="{FF2B5EF4-FFF2-40B4-BE49-F238E27FC236}">
                <a16:creationId xmlns:a16="http://schemas.microsoft.com/office/drawing/2014/main" id="{E6B47C52-4020-9092-4721-A108C433C388}"/>
              </a:ext>
            </a:extLst>
          </p:cNvPr>
          <p:cNvSpPr txBox="1">
            <a:spLocks/>
          </p:cNvSpPr>
          <p:nvPr/>
        </p:nvSpPr>
        <p:spPr>
          <a:xfrm>
            <a:off x="1484534" y="2045645"/>
            <a:ext cx="4964391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en-US" altLang="ko-KR" sz="3200" dirty="0">
                <a:latin typeface="Arial Black" panose="020B0A04020102020204" pitchFamily="34" charset="0"/>
                <a:ea typeface="Black Han Sans" pitchFamily="2" charset="-127"/>
              </a:rPr>
              <a:t>ERD</a:t>
            </a:r>
            <a:r>
              <a:rPr lang="en-US" altLang="ko-KR" sz="3200" dirty="0">
                <a:ea typeface="Black Han Sans" pitchFamily="2" charset="-127"/>
              </a:rPr>
              <a:t> / </a:t>
            </a:r>
            <a:r>
              <a:rPr lang="ko-KR" altLang="en-US" sz="3200" dirty="0">
                <a:ea typeface="Black Han Sans" pitchFamily="2" charset="-127"/>
              </a:rPr>
              <a:t>데이터베이스 설계</a:t>
            </a:r>
            <a:endParaRPr lang="ko-KR" altLang="en-US" sz="3200"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63" name="Google Shape;2141;p37">
            <a:extLst>
              <a:ext uri="{FF2B5EF4-FFF2-40B4-BE49-F238E27FC236}">
                <a16:creationId xmlns:a16="http://schemas.microsoft.com/office/drawing/2014/main" id="{81B5474B-7B68-3790-3D15-93A9B621548C}"/>
              </a:ext>
            </a:extLst>
          </p:cNvPr>
          <p:cNvSpPr txBox="1">
            <a:spLocks/>
          </p:cNvSpPr>
          <p:nvPr/>
        </p:nvSpPr>
        <p:spPr>
          <a:xfrm>
            <a:off x="1492754" y="2742957"/>
            <a:ext cx="2615100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ko-KR" altLang="en-US" sz="3200" dirty="0">
                <a:latin typeface="Noto Sans KR" panose="020B0200000000000000" pitchFamily="50" charset="-127"/>
                <a:ea typeface="Black Han Sans" pitchFamily="2" charset="-127"/>
              </a:rPr>
              <a:t>시스템 구조도</a:t>
            </a:r>
          </a:p>
        </p:txBody>
      </p:sp>
      <p:sp>
        <p:nvSpPr>
          <p:cNvPr id="1856" name="Google Shape;2141;p37">
            <a:extLst>
              <a:ext uri="{FF2B5EF4-FFF2-40B4-BE49-F238E27FC236}">
                <a16:creationId xmlns:a16="http://schemas.microsoft.com/office/drawing/2014/main" id="{1C6ECE40-E9F4-F912-0F2A-FDCA3D220DE2}"/>
              </a:ext>
            </a:extLst>
          </p:cNvPr>
          <p:cNvSpPr txBox="1">
            <a:spLocks/>
          </p:cNvSpPr>
          <p:nvPr/>
        </p:nvSpPr>
        <p:spPr>
          <a:xfrm>
            <a:off x="1492754" y="3415804"/>
            <a:ext cx="2615100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ko-KR" altLang="en-US" sz="3200" dirty="0">
                <a:ea typeface="Black Han Sans" pitchFamily="2" charset="-127"/>
              </a:rPr>
              <a:t>직업 </a:t>
            </a:r>
            <a:r>
              <a:rPr lang="ko-KR" altLang="en-US" sz="3200" dirty="0" err="1">
                <a:ea typeface="Black Han Sans" pitchFamily="2" charset="-127"/>
              </a:rPr>
              <a:t>분담표</a:t>
            </a:r>
            <a:endParaRPr lang="ko-KR" altLang="en-US" sz="3200"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  <p:sp>
        <p:nvSpPr>
          <p:cNvPr id="1857" name="Google Shape;2141;p37">
            <a:extLst>
              <a:ext uri="{FF2B5EF4-FFF2-40B4-BE49-F238E27FC236}">
                <a16:creationId xmlns:a16="http://schemas.microsoft.com/office/drawing/2014/main" id="{4D7EED75-CF64-C41D-7350-5BAEA8B4AD5B}"/>
              </a:ext>
            </a:extLst>
          </p:cNvPr>
          <p:cNvSpPr txBox="1">
            <a:spLocks/>
          </p:cNvSpPr>
          <p:nvPr/>
        </p:nvSpPr>
        <p:spPr>
          <a:xfrm>
            <a:off x="1492754" y="4098197"/>
            <a:ext cx="2615100" cy="48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>
              <a:lnSpc>
                <a:spcPct val="115000"/>
              </a:lnSpc>
            </a:pPr>
            <a:r>
              <a:rPr lang="ko-KR" altLang="en-US" sz="3200" dirty="0">
                <a:ea typeface="Black Han Sans" pitchFamily="2" charset="-127"/>
              </a:rPr>
              <a:t>화면 설계</a:t>
            </a:r>
            <a:endParaRPr lang="ko-KR" altLang="en-US" sz="3200" dirty="0">
              <a:latin typeface="Noto Sans KR" panose="020B0200000000000000" pitchFamily="50" charset="-127"/>
              <a:ea typeface="Black Han Sans" pitchFamily="2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/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700" dirty="0">
                <a:ea typeface="Black Han Sans" pitchFamily="2" charset="-127"/>
              </a:rPr>
              <a:t>주요 기능</a:t>
            </a:r>
            <a:endParaRPr sz="4700" dirty="0">
              <a:ea typeface="Black Han Sans" pitchFamily="2" charset="-127"/>
            </a:endParaRPr>
          </a:p>
        </p:txBody>
      </p:sp>
      <p:sp>
        <p:nvSpPr>
          <p:cNvPr id="2156" name="Google Shape;2156;p38"/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7" name="Google Shape;2177;p39"/>
          <p:cNvSpPr txBox="1">
            <a:spLocks noGrp="1"/>
          </p:cNvSpPr>
          <p:nvPr>
            <p:ph type="title"/>
          </p:nvPr>
        </p:nvSpPr>
        <p:spPr>
          <a:xfrm>
            <a:off x="2167200" y="270466"/>
            <a:ext cx="48096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ea typeface="Black Han Sans" pitchFamily="2" charset="-127"/>
              </a:rPr>
              <a:t>사용자 및 시스템 기능</a:t>
            </a:r>
            <a:endParaRPr dirty="0">
              <a:ea typeface="Black Han Sans" pitchFamily="2" charset="-127"/>
            </a:endParaRPr>
          </a:p>
        </p:txBody>
      </p:sp>
      <p:sp>
        <p:nvSpPr>
          <p:cNvPr id="2178" name="Google Shape;2178;p39"/>
          <p:cNvSpPr txBox="1">
            <a:spLocks noGrp="1"/>
          </p:cNvSpPr>
          <p:nvPr>
            <p:ph type="subTitle" idx="1"/>
          </p:nvPr>
        </p:nvSpPr>
        <p:spPr>
          <a:xfrm>
            <a:off x="1795050" y="1572598"/>
            <a:ext cx="6840185" cy="91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원래는 차량 입차 및 </a:t>
            </a:r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출차를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센서를 이용해야 하지만 제약이 있으므로 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차량번호를 랜덤으로 생성한 뒤 주차구역에 입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할 수 있도록 할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grpSp>
        <p:nvGrpSpPr>
          <p:cNvPr id="2" name="Google Shape;14318;p78">
            <a:extLst>
              <a:ext uri="{FF2B5EF4-FFF2-40B4-BE49-F238E27FC236}">
                <a16:creationId xmlns:a16="http://schemas.microsoft.com/office/drawing/2014/main" id="{6858925B-BE49-96D3-11A6-913B4CE6FB86}"/>
              </a:ext>
            </a:extLst>
          </p:cNvPr>
          <p:cNvGrpSpPr/>
          <p:nvPr/>
        </p:nvGrpSpPr>
        <p:grpSpPr>
          <a:xfrm>
            <a:off x="1295302" y="1738712"/>
            <a:ext cx="353557" cy="353557"/>
            <a:chOff x="-30064925" y="2332550"/>
            <a:chExt cx="291425" cy="291425"/>
          </a:xfrm>
        </p:grpSpPr>
        <p:sp>
          <p:nvSpPr>
            <p:cNvPr id="3" name="Google Shape;14319;p78">
              <a:extLst>
                <a:ext uri="{FF2B5EF4-FFF2-40B4-BE49-F238E27FC236}">
                  <a16:creationId xmlns:a16="http://schemas.microsoft.com/office/drawing/2014/main" id="{028DC326-C3D7-C32D-3750-652CE3FDE992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4" name="Google Shape;14320;p78">
              <a:extLst>
                <a:ext uri="{FF2B5EF4-FFF2-40B4-BE49-F238E27FC236}">
                  <a16:creationId xmlns:a16="http://schemas.microsoft.com/office/drawing/2014/main" id="{2E98ADBA-2D9F-C53E-9029-BAF0A6D795EE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5" name="Google Shape;14321;p78">
              <a:extLst>
                <a:ext uri="{FF2B5EF4-FFF2-40B4-BE49-F238E27FC236}">
                  <a16:creationId xmlns:a16="http://schemas.microsoft.com/office/drawing/2014/main" id="{D3BC5069-4653-DB19-A7B4-A4B469FFA356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Google Shape;14318;p78">
            <a:extLst>
              <a:ext uri="{FF2B5EF4-FFF2-40B4-BE49-F238E27FC236}">
                <a16:creationId xmlns:a16="http://schemas.microsoft.com/office/drawing/2014/main" id="{60E54D7D-888D-3C1E-5212-EAB64545DF53}"/>
              </a:ext>
            </a:extLst>
          </p:cNvPr>
          <p:cNvGrpSpPr/>
          <p:nvPr/>
        </p:nvGrpSpPr>
        <p:grpSpPr>
          <a:xfrm>
            <a:off x="1295304" y="2614977"/>
            <a:ext cx="353557" cy="353557"/>
            <a:chOff x="-30064925" y="2332550"/>
            <a:chExt cx="291425" cy="291425"/>
          </a:xfrm>
        </p:grpSpPr>
        <p:sp>
          <p:nvSpPr>
            <p:cNvPr id="7" name="Google Shape;14319;p78">
              <a:extLst>
                <a:ext uri="{FF2B5EF4-FFF2-40B4-BE49-F238E27FC236}">
                  <a16:creationId xmlns:a16="http://schemas.microsoft.com/office/drawing/2014/main" id="{5053D475-8D3B-BA24-5284-C973CAB2334D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8" name="Google Shape;14320;p78">
              <a:extLst>
                <a:ext uri="{FF2B5EF4-FFF2-40B4-BE49-F238E27FC236}">
                  <a16:creationId xmlns:a16="http://schemas.microsoft.com/office/drawing/2014/main" id="{1A101627-B749-30EF-089A-865F3F3AC41B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9" name="Google Shape;14321;p78">
              <a:extLst>
                <a:ext uri="{FF2B5EF4-FFF2-40B4-BE49-F238E27FC236}">
                  <a16:creationId xmlns:a16="http://schemas.microsoft.com/office/drawing/2014/main" id="{759E9C87-869F-65B8-AA44-190D360B656A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oogle Shape;14318;p78">
            <a:extLst>
              <a:ext uri="{FF2B5EF4-FFF2-40B4-BE49-F238E27FC236}">
                <a16:creationId xmlns:a16="http://schemas.microsoft.com/office/drawing/2014/main" id="{A184A0F5-D983-0C12-8B9B-9C058A091F70}"/>
              </a:ext>
            </a:extLst>
          </p:cNvPr>
          <p:cNvGrpSpPr/>
          <p:nvPr/>
        </p:nvGrpSpPr>
        <p:grpSpPr>
          <a:xfrm>
            <a:off x="1295303" y="3425149"/>
            <a:ext cx="353557" cy="353557"/>
            <a:chOff x="-30064925" y="2332550"/>
            <a:chExt cx="291425" cy="291425"/>
          </a:xfrm>
        </p:grpSpPr>
        <p:sp>
          <p:nvSpPr>
            <p:cNvPr id="11" name="Google Shape;14319;p78">
              <a:extLst>
                <a:ext uri="{FF2B5EF4-FFF2-40B4-BE49-F238E27FC236}">
                  <a16:creationId xmlns:a16="http://schemas.microsoft.com/office/drawing/2014/main" id="{EEBA40E3-5D50-F372-9DBB-A0019B5ED8E2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12" name="Google Shape;14320;p78">
              <a:extLst>
                <a:ext uri="{FF2B5EF4-FFF2-40B4-BE49-F238E27FC236}">
                  <a16:creationId xmlns:a16="http://schemas.microsoft.com/office/drawing/2014/main" id="{3852A019-15DC-A517-B499-17A58499EBC1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  <p:sp>
          <p:nvSpPr>
            <p:cNvPr id="13" name="Google Shape;14321;p78">
              <a:extLst>
                <a:ext uri="{FF2B5EF4-FFF2-40B4-BE49-F238E27FC236}">
                  <a16:creationId xmlns:a16="http://schemas.microsoft.com/office/drawing/2014/main" id="{C34B9C89-A732-AE3D-11B3-DEBADA77105B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</a:endParaRPr>
            </a:p>
          </p:txBody>
        </p:sp>
      </p:grpSp>
      <p:sp>
        <p:nvSpPr>
          <p:cNvPr id="14" name="Google Shape;2178;p39">
            <a:extLst>
              <a:ext uri="{FF2B5EF4-FFF2-40B4-BE49-F238E27FC236}">
                <a16:creationId xmlns:a16="http://schemas.microsoft.com/office/drawing/2014/main" id="{693E2F1F-D3CF-8D8F-914B-C5CB9485BC89}"/>
              </a:ext>
            </a:extLst>
          </p:cNvPr>
          <p:cNvSpPr txBox="1">
            <a:spLocks/>
          </p:cNvSpPr>
          <p:nvPr/>
        </p:nvSpPr>
        <p:spPr>
          <a:xfrm>
            <a:off x="1795051" y="2448863"/>
            <a:ext cx="6179539" cy="91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l"/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 주차된 시간에 따라 요금 계산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정기권을 이용하고 있는 회원에 한해서 무료로 주차장을 이용할 수 있는 기능 구현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2E906B-70B1-ED64-FB17-A4CC61149974}"/>
              </a:ext>
            </a:extLst>
          </p:cNvPr>
          <p:cNvSpPr txBox="1"/>
          <p:nvPr/>
        </p:nvSpPr>
        <p:spPr>
          <a:xfrm>
            <a:off x="1795050" y="3470929"/>
            <a:ext cx="57189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주차되어 있는 차량을 검색할 수 있는 차량조회 기능 구현할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5" name="Google Shape;2195;p40"/>
          <p:cNvSpPr txBox="1">
            <a:spLocks noGrp="1"/>
          </p:cNvSpPr>
          <p:nvPr>
            <p:ph type="title"/>
          </p:nvPr>
        </p:nvSpPr>
        <p:spPr>
          <a:xfrm>
            <a:off x="1781300" y="244151"/>
            <a:ext cx="55779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tx1"/>
                </a:solidFill>
                <a:ea typeface="Black Han Sans" pitchFamily="2" charset="-127"/>
              </a:rPr>
              <a:t>관리자 기능</a:t>
            </a:r>
            <a:endParaRPr dirty="0">
              <a:solidFill>
                <a:schemeClr val="tx1"/>
              </a:solidFill>
              <a:ea typeface="Black Han Sans" pitchFamily="2" charset="-127"/>
            </a:endParaRPr>
          </a:p>
        </p:txBody>
      </p:sp>
      <p:sp>
        <p:nvSpPr>
          <p:cNvPr id="16" name="Google Shape;2178;p39">
            <a:extLst>
              <a:ext uri="{FF2B5EF4-FFF2-40B4-BE49-F238E27FC236}">
                <a16:creationId xmlns:a16="http://schemas.microsoft.com/office/drawing/2014/main" id="{7948DDA4-6F47-1A63-24D9-2F0E1DFDE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781300" y="1290715"/>
            <a:ext cx="7671477" cy="91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관리자가 주차 현황을 확인하여 현재 주차된 차량 현황과 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그 구역에 입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되었던 차량을 조회할 수 있도록 할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grpSp>
        <p:nvGrpSpPr>
          <p:cNvPr id="17" name="Google Shape;14318;p78">
            <a:extLst>
              <a:ext uri="{FF2B5EF4-FFF2-40B4-BE49-F238E27FC236}">
                <a16:creationId xmlns:a16="http://schemas.microsoft.com/office/drawing/2014/main" id="{8480A70D-6A9C-3918-567D-BF3A02B60F9F}"/>
              </a:ext>
            </a:extLst>
          </p:cNvPr>
          <p:cNvGrpSpPr/>
          <p:nvPr/>
        </p:nvGrpSpPr>
        <p:grpSpPr>
          <a:xfrm>
            <a:off x="1281552" y="1456829"/>
            <a:ext cx="396525" cy="353557"/>
            <a:chOff x="-30064925" y="2332550"/>
            <a:chExt cx="291425" cy="291425"/>
          </a:xfrm>
        </p:grpSpPr>
        <p:sp>
          <p:nvSpPr>
            <p:cNvPr id="18" name="Google Shape;14319;p78">
              <a:extLst>
                <a:ext uri="{FF2B5EF4-FFF2-40B4-BE49-F238E27FC236}">
                  <a16:creationId xmlns:a16="http://schemas.microsoft.com/office/drawing/2014/main" id="{82088CD5-4C50-4F38-BA68-3B4C57B0846E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9" name="Google Shape;14320;p78">
              <a:extLst>
                <a:ext uri="{FF2B5EF4-FFF2-40B4-BE49-F238E27FC236}">
                  <a16:creationId xmlns:a16="http://schemas.microsoft.com/office/drawing/2014/main" id="{3AB96B67-A8ED-A9C7-B86C-76040C886913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0" name="Google Shape;14321;p78">
              <a:extLst>
                <a:ext uri="{FF2B5EF4-FFF2-40B4-BE49-F238E27FC236}">
                  <a16:creationId xmlns:a16="http://schemas.microsoft.com/office/drawing/2014/main" id="{F14E8323-CAB8-46DF-7D3C-0766CE66C75F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1" name="Google Shape;14318;p78">
            <a:extLst>
              <a:ext uri="{FF2B5EF4-FFF2-40B4-BE49-F238E27FC236}">
                <a16:creationId xmlns:a16="http://schemas.microsoft.com/office/drawing/2014/main" id="{0A871D18-BB39-E4E1-ED02-47A14846D970}"/>
              </a:ext>
            </a:extLst>
          </p:cNvPr>
          <p:cNvGrpSpPr/>
          <p:nvPr/>
        </p:nvGrpSpPr>
        <p:grpSpPr>
          <a:xfrm>
            <a:off x="1281554" y="2333094"/>
            <a:ext cx="396525" cy="353557"/>
            <a:chOff x="-30064925" y="2332550"/>
            <a:chExt cx="291425" cy="291425"/>
          </a:xfrm>
        </p:grpSpPr>
        <p:sp>
          <p:nvSpPr>
            <p:cNvPr id="22" name="Google Shape;14319;p78">
              <a:extLst>
                <a:ext uri="{FF2B5EF4-FFF2-40B4-BE49-F238E27FC236}">
                  <a16:creationId xmlns:a16="http://schemas.microsoft.com/office/drawing/2014/main" id="{F43B66DD-51A6-8FDE-B684-39A6D3EB815B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3" name="Google Shape;14320;p78">
              <a:extLst>
                <a:ext uri="{FF2B5EF4-FFF2-40B4-BE49-F238E27FC236}">
                  <a16:creationId xmlns:a16="http://schemas.microsoft.com/office/drawing/2014/main" id="{AB910B47-0487-08DC-2BEC-C5AD053521DE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4" name="Google Shape;14321;p78">
              <a:extLst>
                <a:ext uri="{FF2B5EF4-FFF2-40B4-BE49-F238E27FC236}">
                  <a16:creationId xmlns:a16="http://schemas.microsoft.com/office/drawing/2014/main" id="{9C07B0AC-20C4-5F22-0B88-25183B5FF5B2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5" name="Google Shape;14318;p78">
            <a:extLst>
              <a:ext uri="{FF2B5EF4-FFF2-40B4-BE49-F238E27FC236}">
                <a16:creationId xmlns:a16="http://schemas.microsoft.com/office/drawing/2014/main" id="{9AF80768-B21A-EE26-A7D3-B98F405644CD}"/>
              </a:ext>
            </a:extLst>
          </p:cNvPr>
          <p:cNvGrpSpPr/>
          <p:nvPr/>
        </p:nvGrpSpPr>
        <p:grpSpPr>
          <a:xfrm>
            <a:off x="1281553" y="3143266"/>
            <a:ext cx="396525" cy="353557"/>
            <a:chOff x="-30064925" y="2332550"/>
            <a:chExt cx="291425" cy="291425"/>
          </a:xfrm>
        </p:grpSpPr>
        <p:sp>
          <p:nvSpPr>
            <p:cNvPr id="26" name="Google Shape;14319;p78">
              <a:extLst>
                <a:ext uri="{FF2B5EF4-FFF2-40B4-BE49-F238E27FC236}">
                  <a16:creationId xmlns:a16="http://schemas.microsoft.com/office/drawing/2014/main" id="{26A24C70-DAAB-7142-6A2C-FB95E4EA7119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7" name="Google Shape;14320;p78">
              <a:extLst>
                <a:ext uri="{FF2B5EF4-FFF2-40B4-BE49-F238E27FC236}">
                  <a16:creationId xmlns:a16="http://schemas.microsoft.com/office/drawing/2014/main" id="{4101A124-F0D3-38A0-06CE-D15395FD0770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8" name="Google Shape;14321;p78">
              <a:extLst>
                <a:ext uri="{FF2B5EF4-FFF2-40B4-BE49-F238E27FC236}">
                  <a16:creationId xmlns:a16="http://schemas.microsoft.com/office/drawing/2014/main" id="{1D86B7EF-8FC7-DDE5-5348-590C2833B317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sp>
        <p:nvSpPr>
          <p:cNvPr id="29" name="Google Shape;2178;p39">
            <a:extLst>
              <a:ext uri="{FF2B5EF4-FFF2-40B4-BE49-F238E27FC236}">
                <a16:creationId xmlns:a16="http://schemas.microsoft.com/office/drawing/2014/main" id="{D8ACB1F7-7199-8FED-C864-29774834AB88}"/>
              </a:ext>
            </a:extLst>
          </p:cNvPr>
          <p:cNvSpPr txBox="1">
            <a:spLocks/>
          </p:cNvSpPr>
          <p:nvPr/>
        </p:nvSpPr>
        <p:spPr>
          <a:xfrm>
            <a:off x="1781300" y="2230036"/>
            <a:ext cx="6930543" cy="91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관리자가 주차 기록과 요금이 얼마나 나왔는지 확인 할 수 있는 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l"/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주차기록조회 기능을 구현할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09AD80-F766-D6FA-950F-D69BAA0E900C}"/>
              </a:ext>
            </a:extLst>
          </p:cNvPr>
          <p:cNvSpPr txBox="1"/>
          <p:nvPr/>
        </p:nvSpPr>
        <p:spPr>
          <a:xfrm>
            <a:off x="1781300" y="3189046"/>
            <a:ext cx="64139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관리자가 주차장의 요금제를 변경할 수 있도록 하는 기능 구현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grpSp>
        <p:nvGrpSpPr>
          <p:cNvPr id="31" name="Google Shape;14318;p78">
            <a:extLst>
              <a:ext uri="{FF2B5EF4-FFF2-40B4-BE49-F238E27FC236}">
                <a16:creationId xmlns:a16="http://schemas.microsoft.com/office/drawing/2014/main" id="{7A708EFE-87D9-280D-7CD0-841C57BE4569}"/>
              </a:ext>
            </a:extLst>
          </p:cNvPr>
          <p:cNvGrpSpPr/>
          <p:nvPr/>
        </p:nvGrpSpPr>
        <p:grpSpPr>
          <a:xfrm>
            <a:off x="1281553" y="3953438"/>
            <a:ext cx="396525" cy="353557"/>
            <a:chOff x="-30064925" y="2332550"/>
            <a:chExt cx="291425" cy="291425"/>
          </a:xfrm>
        </p:grpSpPr>
        <p:sp>
          <p:nvSpPr>
            <p:cNvPr id="32" name="Google Shape;14319;p78">
              <a:extLst>
                <a:ext uri="{FF2B5EF4-FFF2-40B4-BE49-F238E27FC236}">
                  <a16:creationId xmlns:a16="http://schemas.microsoft.com/office/drawing/2014/main" id="{43D46AA4-2495-ACE0-1BB3-45A0516DACBE}"/>
                </a:ext>
              </a:extLst>
            </p:cNvPr>
            <p:cNvSpPr/>
            <p:nvPr/>
          </p:nvSpPr>
          <p:spPr>
            <a:xfrm>
              <a:off x="-30064925" y="2332550"/>
              <a:ext cx="291425" cy="291425"/>
            </a:xfrm>
            <a:custGeom>
              <a:avLst/>
              <a:gdLst/>
              <a:ahLst/>
              <a:cxnLst/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3" name="Google Shape;14320;p78">
              <a:extLst>
                <a:ext uri="{FF2B5EF4-FFF2-40B4-BE49-F238E27FC236}">
                  <a16:creationId xmlns:a16="http://schemas.microsoft.com/office/drawing/2014/main" id="{736151C3-F9E3-3EF3-3F1F-F336EFDCCA8E}"/>
                </a:ext>
              </a:extLst>
            </p:cNvPr>
            <p:cNvSpPr/>
            <p:nvPr/>
          </p:nvSpPr>
          <p:spPr>
            <a:xfrm>
              <a:off x="-29944425" y="23845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4" name="Google Shape;14321;p78">
              <a:extLst>
                <a:ext uri="{FF2B5EF4-FFF2-40B4-BE49-F238E27FC236}">
                  <a16:creationId xmlns:a16="http://schemas.microsoft.com/office/drawing/2014/main" id="{CDA6DAAF-9DCE-0260-6564-C7ADE76777D6}"/>
                </a:ext>
              </a:extLst>
            </p:cNvPr>
            <p:cNvSpPr/>
            <p:nvPr/>
          </p:nvSpPr>
          <p:spPr>
            <a:xfrm>
              <a:off x="-29944425" y="2452250"/>
              <a:ext cx="51225" cy="119750"/>
            </a:xfrm>
            <a:custGeom>
              <a:avLst/>
              <a:gdLst/>
              <a:ahLst/>
              <a:cxnLst/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28902205-F568-B3D9-BC08-3157C1DCCB9E}"/>
              </a:ext>
            </a:extLst>
          </p:cNvPr>
          <p:cNvSpPr txBox="1"/>
          <p:nvPr/>
        </p:nvSpPr>
        <p:spPr>
          <a:xfrm>
            <a:off x="1781300" y="3837828"/>
            <a:ext cx="64139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관리자가 정기권을 이용하는 회원들을 등록 및 수정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삭제하여 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관리할 수 있는 기능 구현 예정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>
          <a:extLst>
            <a:ext uri="{FF2B5EF4-FFF2-40B4-BE49-F238E27FC236}">
              <a16:creationId xmlns:a16="http://schemas.microsoft.com/office/drawing/2014/main" id="{D3FC4673-41F8-5382-26BF-661991F06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>
            <a:extLst>
              <a:ext uri="{FF2B5EF4-FFF2-40B4-BE49-F238E27FC236}">
                <a16:creationId xmlns:a16="http://schemas.microsoft.com/office/drawing/2014/main" id="{A559F2C6-D869-2F5F-C697-1EFBFDF62C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23673" y="2571750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700">
                <a:ea typeface="Black Han Sans" pitchFamily="2" charset="-127"/>
              </a:rPr>
              <a:t>개발 환경 및 기술 스택</a:t>
            </a:r>
            <a:endParaRPr sz="4700" dirty="0">
              <a:ea typeface="Black Han Sans" pitchFamily="2" charset="-127"/>
            </a:endParaRPr>
          </a:p>
        </p:txBody>
      </p:sp>
      <p:sp>
        <p:nvSpPr>
          <p:cNvPr id="2156" name="Google Shape;2156;p38">
            <a:extLst>
              <a:ext uri="{FF2B5EF4-FFF2-40B4-BE49-F238E27FC236}">
                <a16:creationId xmlns:a16="http://schemas.microsoft.com/office/drawing/2014/main" id="{646E111A-ABD6-33E4-48E4-82F392821D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4080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2">
          <a:extLst>
            <a:ext uri="{FF2B5EF4-FFF2-40B4-BE49-F238E27FC236}">
              <a16:creationId xmlns:a16="http://schemas.microsoft.com/office/drawing/2014/main" id="{6747512F-3C3A-9E5F-469D-9FCFA64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4F7DCCA4-4FB3-8787-BDFF-FEAE9AC0F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596266"/>
              </p:ext>
            </p:extLst>
          </p:nvPr>
        </p:nvGraphicFramePr>
        <p:xfrm>
          <a:off x="1179589" y="914399"/>
          <a:ext cx="7056886" cy="3481485"/>
        </p:xfrm>
        <a:graphic>
          <a:graphicData uri="http://schemas.openxmlformats.org/drawingml/2006/table">
            <a:tbl>
              <a:tblPr firstRow="1" bandRow="1">
                <a:tableStyleId>{589A2481-00F3-486A-96AB-D27A34D910B6}</a:tableStyleId>
              </a:tblPr>
              <a:tblGrid>
                <a:gridCol w="1845494">
                  <a:extLst>
                    <a:ext uri="{9D8B030D-6E8A-4147-A177-3AD203B41FA5}">
                      <a16:colId xmlns:a16="http://schemas.microsoft.com/office/drawing/2014/main" val="612240547"/>
                    </a:ext>
                  </a:extLst>
                </a:gridCol>
                <a:gridCol w="5211392">
                  <a:extLst>
                    <a:ext uri="{9D8B030D-6E8A-4147-A177-3AD203B41FA5}">
                      <a16:colId xmlns:a16="http://schemas.microsoft.com/office/drawing/2014/main" val="3026428147"/>
                    </a:ext>
                  </a:extLst>
                </a:gridCol>
              </a:tblGrid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프로그래밍 언어 및 플랫폼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Java 17</a:t>
                      </a:r>
                      <a:endParaRPr lang="ko-KR" altLang="en-US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 3.5.3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(Spring Framework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기반 웹 애플리케이션 개발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81496"/>
                  </a:ext>
                </a:extLst>
              </a:tr>
              <a:tr h="937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웹 관련 기술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MVC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(Controller, JSP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JSP (Java Server Pages)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뷰 템플릿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JSTL (Jakarta Standard Tag Library)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JSP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에서의 태그 라이브러리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표현 및 반복 처리 등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HTML/CSS/JavaScript (jQuery)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UI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구현 및 동적 기능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631872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 및 배포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의 내장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Tomcat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서버를 이용한 실행 구조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9751578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데이터베이스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Database XE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DB, SID: 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JDBC Driver (ojdbc11)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DB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 드라이버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9401227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매핑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3.x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-Spring-Boot-Starter 3.0.3)</a:t>
                      </a:r>
                    </a:p>
                    <a:p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XML Mapper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파일로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쿼리 작성 및 매핑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21896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빌드 도구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Gradle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build.gradle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사용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6443256"/>
                  </a:ext>
                </a:extLst>
              </a:tr>
              <a:tr h="3542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기타 라이브러리 및 툴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Lombok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(getter/setter,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생성자 자동 생성 등 코드 단축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6304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3586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>
          <a:extLst>
            <a:ext uri="{FF2B5EF4-FFF2-40B4-BE49-F238E27FC236}">
              <a16:creationId xmlns:a16="http://schemas.microsoft.com/office/drawing/2014/main" id="{7A1E5309-8D87-73B8-2F41-CF1406900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>
            <a:extLst>
              <a:ext uri="{FF2B5EF4-FFF2-40B4-BE49-F238E27FC236}">
                <a16:creationId xmlns:a16="http://schemas.microsoft.com/office/drawing/2014/main" id="{F551E2FB-2C8A-CE8D-C5C3-230502689E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71079" y="1923231"/>
            <a:ext cx="4969042" cy="205898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latin typeface="Arial Black" panose="020B0A04020102020204" pitchFamily="34" charset="0"/>
                <a:ea typeface="Black Han Sans" pitchFamily="2" charset="-127"/>
              </a:rPr>
              <a:t> ERD/</a:t>
            </a:r>
            <a:r>
              <a:rPr lang="ko-KR" altLang="en-US" sz="4400" dirty="0">
                <a:ea typeface="Black Han Sans" pitchFamily="2" charset="-127"/>
              </a:rPr>
              <a:t>데이터베이스 설계</a:t>
            </a:r>
            <a:endParaRPr sz="4400" dirty="0">
              <a:ea typeface="Black Han Sans" pitchFamily="2" charset="-127"/>
            </a:endParaRPr>
          </a:p>
        </p:txBody>
      </p:sp>
      <p:sp>
        <p:nvSpPr>
          <p:cNvPr id="2156" name="Google Shape;2156;p38">
            <a:extLst>
              <a:ext uri="{FF2B5EF4-FFF2-40B4-BE49-F238E27FC236}">
                <a16:creationId xmlns:a16="http://schemas.microsoft.com/office/drawing/2014/main" id="{66B0D161-D315-5C90-C8DE-F71C6FEFD3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424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C47C2-24E6-5A47-D520-7EA3960E9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F3423BE-8551-E952-10B4-267CFA7ED16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785A9A4F-A472-D4FB-33B9-ADDDFD01A9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316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2CEDD3-DBCF-276A-B0AF-CCCBCEC33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E82DE53-2B5F-CA40-E012-70885C384CE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489D3DDF-3FCC-52E9-A0C6-088EAAE44A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549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>
          <a:extLst>
            <a:ext uri="{FF2B5EF4-FFF2-40B4-BE49-F238E27FC236}">
              <a16:creationId xmlns:a16="http://schemas.microsoft.com/office/drawing/2014/main" id="{E12B28B4-8F01-B0F2-0B7D-C5FD05C61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>
            <a:extLst>
              <a:ext uri="{FF2B5EF4-FFF2-40B4-BE49-F238E27FC236}">
                <a16:creationId xmlns:a16="http://schemas.microsoft.com/office/drawing/2014/main" id="{CAF7DD65-6304-EA12-FCB8-1F443FD6F4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23124" y="2248365"/>
            <a:ext cx="3497752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700">
                <a:ea typeface="Black Han Sans" pitchFamily="2" charset="-127"/>
              </a:rPr>
              <a:t>시스템 구조도</a:t>
            </a:r>
            <a:endParaRPr sz="4700" dirty="0">
              <a:ea typeface="Black Han Sans" pitchFamily="2" charset="-127"/>
            </a:endParaRPr>
          </a:p>
        </p:txBody>
      </p:sp>
      <p:sp>
        <p:nvSpPr>
          <p:cNvPr id="2156" name="Google Shape;2156;p38">
            <a:extLst>
              <a:ext uri="{FF2B5EF4-FFF2-40B4-BE49-F238E27FC236}">
                <a16:creationId xmlns:a16="http://schemas.microsoft.com/office/drawing/2014/main" id="{1DC92056-624D-ABB0-D978-38F95048989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858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6475E-9F7A-5007-0E6A-89909522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FC45633-0ED1-48E8-89B1-9A9867B3591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9F9988EB-DDA3-514A-BA31-D2FCD911E3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764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>
          <a:extLst>
            <a:ext uri="{FF2B5EF4-FFF2-40B4-BE49-F238E27FC236}">
              <a16:creationId xmlns:a16="http://schemas.microsoft.com/office/drawing/2014/main" id="{276F2EAC-636E-E3FB-9C89-C6389BED3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>
            <a:extLst>
              <a:ext uri="{FF2B5EF4-FFF2-40B4-BE49-F238E27FC236}">
                <a16:creationId xmlns:a16="http://schemas.microsoft.com/office/drawing/2014/main" id="{F9A4314E-22D3-B37B-7B67-071787324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700" dirty="0">
                <a:ea typeface="Black Han Sans" pitchFamily="2" charset="-127"/>
              </a:rPr>
              <a:t>직업 </a:t>
            </a:r>
            <a:r>
              <a:rPr lang="ko-KR" altLang="en-US" sz="4700" dirty="0" err="1">
                <a:ea typeface="Black Han Sans" pitchFamily="2" charset="-127"/>
              </a:rPr>
              <a:t>분담표</a:t>
            </a:r>
            <a:endParaRPr sz="4700" dirty="0">
              <a:ea typeface="Black Han Sans" pitchFamily="2" charset="-127"/>
            </a:endParaRPr>
          </a:p>
        </p:txBody>
      </p:sp>
      <p:sp>
        <p:nvSpPr>
          <p:cNvPr id="2156" name="Google Shape;2156;p38">
            <a:extLst>
              <a:ext uri="{FF2B5EF4-FFF2-40B4-BE49-F238E27FC236}">
                <a16:creationId xmlns:a16="http://schemas.microsoft.com/office/drawing/2014/main" id="{7F5D716E-238C-6B89-0655-0E0027C2DB4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0776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3323DDA-BCC6-84BD-3687-0307EB6B3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435620"/>
              </p:ext>
            </p:extLst>
          </p:nvPr>
        </p:nvGraphicFramePr>
        <p:xfrm>
          <a:off x="1072055" y="472964"/>
          <a:ext cx="7200000" cy="3930870"/>
        </p:xfrm>
        <a:graphic>
          <a:graphicData uri="http://schemas.openxmlformats.org/drawingml/2006/table">
            <a:tbl>
              <a:tblPr firstRow="1" bandRow="1">
                <a:tableStyleId>{589A2481-00F3-486A-96AB-D27A34D910B6}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612240547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3026428147"/>
                    </a:ext>
                  </a:extLst>
                </a:gridCol>
              </a:tblGrid>
              <a:tr h="7861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안성호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출차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기능 구현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요금제 관리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관리자 관련 페이지 세션 처리</a:t>
                      </a:r>
                      <a:endParaRPr lang="en-US" altLang="ko-KR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81496"/>
                  </a:ext>
                </a:extLst>
              </a:tr>
              <a:tr h="7861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이강호</a:t>
                      </a:r>
                      <a:endParaRPr lang="ko-KR" altLang="en-US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기록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회원 관리 기능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631872"/>
                  </a:ext>
                </a:extLst>
              </a:tr>
              <a:tr h="7861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정현성</a:t>
                      </a:r>
                      <a:endParaRPr lang="ko-KR" altLang="en-US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전체적인 </a:t>
                      </a:r>
                      <a:r>
                        <a:rPr lang="ko-KR" altLang="en-US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en-US" altLang="ko-KR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css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담당</a:t>
                      </a:r>
                      <a:endParaRPr lang="en-US" altLang="ko-KR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9751578"/>
                  </a:ext>
                </a:extLst>
              </a:tr>
              <a:tr h="7861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조현진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입차 기능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차량 조회 기능 구현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</a:p>
                    <a:p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테이블 생성 및 전체적인 로직 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9401227"/>
                  </a:ext>
                </a:extLst>
              </a:tr>
              <a:tr h="7861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최원경</a:t>
                      </a:r>
                      <a:endParaRPr lang="ko-KR" altLang="en-US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메인 페이지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로그인 페이지 구현</a:t>
                      </a:r>
                      <a:r>
                        <a:rPr lang="en-US" altLang="ko-KR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현황 보기 기능 구현</a:t>
                      </a:r>
                      <a:endParaRPr lang="en-US" altLang="ko-KR" sz="16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21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873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4">
          <a:extLst>
            <a:ext uri="{FF2B5EF4-FFF2-40B4-BE49-F238E27FC236}">
              <a16:creationId xmlns:a16="http://schemas.microsoft.com/office/drawing/2014/main" id="{2FE205A5-46B6-B09E-384C-6F6020138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38">
            <a:extLst>
              <a:ext uri="{FF2B5EF4-FFF2-40B4-BE49-F238E27FC236}">
                <a16:creationId xmlns:a16="http://schemas.microsoft.com/office/drawing/2014/main" id="{59E48424-DF26-95D9-53A9-58EACF2BB7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700" dirty="0">
                <a:ea typeface="Black Han Sans" pitchFamily="2" charset="-127"/>
              </a:rPr>
              <a:t>화면 설계</a:t>
            </a:r>
            <a:endParaRPr sz="4700" dirty="0">
              <a:ea typeface="Black Han Sans" pitchFamily="2" charset="-127"/>
            </a:endParaRPr>
          </a:p>
        </p:txBody>
      </p:sp>
      <p:sp>
        <p:nvSpPr>
          <p:cNvPr id="2156" name="Google Shape;2156;p38">
            <a:extLst>
              <a:ext uri="{FF2B5EF4-FFF2-40B4-BE49-F238E27FC236}">
                <a16:creationId xmlns:a16="http://schemas.microsoft.com/office/drawing/2014/main" id="{74552058-8D03-4F6E-99A0-186CA4B6B79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66367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AD31544-C019-9039-B117-2BF7B6266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30" y="320894"/>
            <a:ext cx="7202739" cy="450171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9B0BE3-496E-85C1-AB72-FD5EA41F2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296" y="1103585"/>
            <a:ext cx="1294875" cy="809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6B2A26A-DB12-122F-57D6-82D609313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8516" y="1103585"/>
            <a:ext cx="1294875" cy="80929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B8F6F1E-53D6-581C-2628-4D85EAAD5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73" y="3158358"/>
            <a:ext cx="1294875" cy="80929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AD15985-F2B1-624A-5ED7-FB7B8533D4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6577" y="3168867"/>
            <a:ext cx="1294875" cy="809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9BE375D-21F5-FBEC-12EA-77C491D33E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7452" y="3162792"/>
            <a:ext cx="1294876" cy="8092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B616896-FCAF-35D7-B23D-79317C8109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139" y="126124"/>
            <a:ext cx="1294875" cy="809297"/>
          </a:xfrm>
          <a:prstGeom prst="rect">
            <a:avLst/>
          </a:prstGeom>
        </p:spPr>
      </p:pic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2763305-0D9C-925E-8741-5604FC83D360}"/>
              </a:ext>
            </a:extLst>
          </p:cNvPr>
          <p:cNvCxnSpPr>
            <a:endCxn id="8" idx="2"/>
          </p:cNvCxnSpPr>
          <p:nvPr/>
        </p:nvCxnSpPr>
        <p:spPr>
          <a:xfrm rot="16200000" flipV="1">
            <a:off x="2107850" y="2023767"/>
            <a:ext cx="493987" cy="272218"/>
          </a:xfrm>
          <a:prstGeom prst="bentConnector3">
            <a:avLst>
              <a:gd name="adj1" fmla="val 106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B1B0B699-C74A-7107-B7AB-FE15D39A7B2C}"/>
              </a:ext>
            </a:extLst>
          </p:cNvPr>
          <p:cNvCxnSpPr/>
          <p:nvPr/>
        </p:nvCxnSpPr>
        <p:spPr>
          <a:xfrm>
            <a:off x="4605361" y="2974428"/>
            <a:ext cx="0" cy="183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FE9E2E4-2F21-ED7C-7E2E-4D0A3CEA192A}"/>
              </a:ext>
            </a:extLst>
          </p:cNvPr>
          <p:cNvCxnSpPr>
            <a:cxnSpLocks/>
          </p:cNvCxnSpPr>
          <p:nvPr/>
        </p:nvCxnSpPr>
        <p:spPr>
          <a:xfrm>
            <a:off x="6180083" y="2974428"/>
            <a:ext cx="0" cy="183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D13A535-8309-625E-73FA-9B3611BBA96A}"/>
              </a:ext>
            </a:extLst>
          </p:cNvPr>
          <p:cNvCxnSpPr/>
          <p:nvPr/>
        </p:nvCxnSpPr>
        <p:spPr>
          <a:xfrm rot="16200000" flipV="1">
            <a:off x="6566460" y="1043029"/>
            <a:ext cx="525518" cy="226218"/>
          </a:xfrm>
          <a:prstGeom prst="bentConnector3">
            <a:avLst>
              <a:gd name="adj1" fmla="val 2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90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06E56-F2F6-B027-F915-D0A8C6756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E09369E-0706-A539-4FAB-FFE663664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647" y="443404"/>
            <a:ext cx="6884277" cy="430267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ED72D61-2BB1-31DD-1221-732C8EDEC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862" y="3174123"/>
            <a:ext cx="1424151" cy="89009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BB3B42A-79D0-F5E1-3B94-123147EE4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848" y="3174123"/>
            <a:ext cx="1424152" cy="8900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C4C4447-4ACD-D83F-A486-A6A4F70D4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380" y="3174125"/>
            <a:ext cx="1424151" cy="89009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0FDCFFD-6E01-5833-33A9-D28A330B3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8911" y="3174123"/>
            <a:ext cx="1424151" cy="89009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2910655-311F-5E5D-F429-DE16073048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39" y="3454148"/>
            <a:ext cx="748294" cy="33004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6E932EC-62E5-54F3-EE5C-44651BABB0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5777" y="3465125"/>
            <a:ext cx="748294" cy="330043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30FA1121-989B-D7CC-65B0-75BDCAF0E97F}"/>
              </a:ext>
            </a:extLst>
          </p:cNvPr>
          <p:cNvCxnSpPr/>
          <p:nvPr/>
        </p:nvCxnSpPr>
        <p:spPr>
          <a:xfrm>
            <a:off x="2270234" y="2995448"/>
            <a:ext cx="0" cy="178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B2D6CA6-9D5D-0F57-20FE-A483368C075F}"/>
              </a:ext>
            </a:extLst>
          </p:cNvPr>
          <p:cNvCxnSpPr/>
          <p:nvPr/>
        </p:nvCxnSpPr>
        <p:spPr>
          <a:xfrm>
            <a:off x="3799489" y="2995448"/>
            <a:ext cx="0" cy="178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0D05B9A-152A-52B9-AC0A-0DAC05BD1507}"/>
              </a:ext>
            </a:extLst>
          </p:cNvPr>
          <p:cNvCxnSpPr>
            <a:cxnSpLocks/>
          </p:cNvCxnSpPr>
          <p:nvPr/>
        </p:nvCxnSpPr>
        <p:spPr>
          <a:xfrm>
            <a:off x="5344510" y="3000702"/>
            <a:ext cx="0" cy="173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CC87B76-3A55-0FB9-567E-719ADBFF265A}"/>
              </a:ext>
            </a:extLst>
          </p:cNvPr>
          <p:cNvCxnSpPr/>
          <p:nvPr/>
        </p:nvCxnSpPr>
        <p:spPr>
          <a:xfrm>
            <a:off x="6858000" y="2995448"/>
            <a:ext cx="0" cy="178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316259"/>
      </p:ext>
    </p:extLst>
  </p:cSld>
  <p:clrMapOvr>
    <a:masterClrMapping/>
  </p:clrMapOvr>
</p:sld>
</file>

<file path=ppt/theme/theme1.xml><?xml version="1.0" encoding="utf-8"?>
<a:theme xmlns:a="http://schemas.openxmlformats.org/drawingml/2006/main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405</Words>
  <Application>Microsoft Office PowerPoint</Application>
  <PresentationFormat>화면 슬라이드 쇼(16:9)</PresentationFormat>
  <Paragraphs>74</Paragraphs>
  <Slides>17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7" baseType="lpstr">
      <vt:lpstr>AppleSDGothicNeoH00</vt:lpstr>
      <vt:lpstr>Arial</vt:lpstr>
      <vt:lpstr>Arial Black</vt:lpstr>
      <vt:lpstr>Barlow Semi Condensed</vt:lpstr>
      <vt:lpstr>Fjalla One</vt:lpstr>
      <vt:lpstr>Black Han Sans</vt:lpstr>
      <vt:lpstr>Barlow Semi Condensed Medium</vt:lpstr>
      <vt:lpstr>KoPubWorld돋움체 Medium</vt:lpstr>
      <vt:lpstr>Noto Sans KR</vt:lpstr>
      <vt:lpstr>Technology Consulting by Slidesgo</vt:lpstr>
      <vt:lpstr>1차 프로젝트 계획서</vt:lpstr>
      <vt:lpstr>목차</vt:lpstr>
      <vt:lpstr>주요 기능</vt:lpstr>
      <vt:lpstr>사용자 및 시스템 기능</vt:lpstr>
      <vt:lpstr>관리자 기능</vt:lpstr>
      <vt:lpstr>개발 환경 및 기술 스택</vt:lpstr>
      <vt:lpstr>PowerPoint 프레젠테이션</vt:lpstr>
      <vt:lpstr> ERD/데이터베이스 설계</vt:lpstr>
      <vt:lpstr>PowerPoint 프레젠테이션</vt:lpstr>
      <vt:lpstr>PowerPoint 프레젠테이션</vt:lpstr>
      <vt:lpstr>시스템 구조도</vt:lpstr>
      <vt:lpstr>PowerPoint 프레젠테이션</vt:lpstr>
      <vt:lpstr>직업 분담표</vt:lpstr>
      <vt:lpstr>PowerPoint 프레젠테이션</vt:lpstr>
      <vt:lpstr>화면 설계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하이미디어컴퓨터디자인학원</dc:creator>
  <cp:lastModifiedBy>1234</cp:lastModifiedBy>
  <cp:revision>11</cp:revision>
  <dcterms:modified xsi:type="dcterms:W3CDTF">2025-08-05T04:56:29Z</dcterms:modified>
</cp:coreProperties>
</file>